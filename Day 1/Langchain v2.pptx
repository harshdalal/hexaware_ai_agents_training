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68" r:id="rId3"/>
    <p:sldId id="270" r:id="rId4"/>
    <p:sldId id="271" r:id="rId5"/>
    <p:sldId id="272" r:id="rId6"/>
    <p:sldId id="273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71B77-5C20-6017-F303-BACFCD302340}" v="17" dt="2025-12-02T11:58:37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Dalal" userId="S::harsh.dalal@bluedataconsulting.in::b955d4cd-8966-4207-a182-07fe202de296" providerId="AD" clId="Web-{CEE71B77-5C20-6017-F303-BACFCD302340}"/>
    <pc:docChg chg="delSld modSld">
      <pc:chgData name="Harsh Dalal" userId="S::harsh.dalal@bluedataconsulting.in::b955d4cd-8966-4207-a182-07fe202de296" providerId="AD" clId="Web-{CEE71B77-5C20-6017-F303-BACFCD302340}" dt="2025-12-02T11:58:37.761" v="28"/>
      <pc:docMkLst>
        <pc:docMk/>
      </pc:docMkLst>
      <pc:sldChg chg="del">
        <pc:chgData name="Harsh Dalal" userId="S::harsh.dalal@bluedataconsulting.in::b955d4cd-8966-4207-a182-07fe202de296" providerId="AD" clId="Web-{CEE71B77-5C20-6017-F303-BACFCD302340}" dt="2025-12-02T11:58:37.745" v="22"/>
        <pc:sldMkLst>
          <pc:docMk/>
          <pc:sldMk cId="0" sldId="257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45" v="21"/>
        <pc:sldMkLst>
          <pc:docMk/>
          <pc:sldMk cId="0" sldId="258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45" v="20"/>
        <pc:sldMkLst>
          <pc:docMk/>
          <pc:sldMk cId="0" sldId="259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45" v="19"/>
        <pc:sldMkLst>
          <pc:docMk/>
          <pc:sldMk cId="0" sldId="260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30" v="18"/>
        <pc:sldMkLst>
          <pc:docMk/>
          <pc:sldMk cId="0" sldId="261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30" v="17"/>
        <pc:sldMkLst>
          <pc:docMk/>
          <pc:sldMk cId="0" sldId="262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30" v="16"/>
        <pc:sldMkLst>
          <pc:docMk/>
          <pc:sldMk cId="0" sldId="263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30" v="15"/>
        <pc:sldMkLst>
          <pc:docMk/>
          <pc:sldMk cId="0" sldId="264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30" v="14"/>
        <pc:sldMkLst>
          <pc:docMk/>
          <pc:sldMk cId="0" sldId="265"/>
        </pc:sldMkLst>
      </pc:sldChg>
      <pc:sldChg chg="addSp modSp mod setBg">
        <pc:chgData name="Harsh Dalal" userId="S::harsh.dalal@bluedataconsulting.in::b955d4cd-8966-4207-a182-07fe202de296" providerId="AD" clId="Web-{CEE71B77-5C20-6017-F303-BACFCD302340}" dt="2025-12-02T11:55:21.149" v="1"/>
        <pc:sldMkLst>
          <pc:docMk/>
          <pc:sldMk cId="0" sldId="268"/>
        </pc:sldMkLst>
        <pc:spChg chg="mod ord">
          <ac:chgData name="Harsh Dalal" userId="S::harsh.dalal@bluedataconsulting.in::b955d4cd-8966-4207-a182-07fe202de296" providerId="AD" clId="Web-{CEE71B77-5C20-6017-F303-BACFCD302340}" dt="2025-12-02T11:55:21.149" v="1"/>
          <ac:spMkLst>
            <pc:docMk/>
            <pc:sldMk cId="0" sldId="268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5:21.149" v="1"/>
          <ac:spMkLst>
            <pc:docMk/>
            <pc:sldMk cId="0" sldId="268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5:21.149" v="1"/>
          <ac:spMkLst>
            <pc:docMk/>
            <pc:sldMk cId="0" sldId="268"/>
            <ac:spMk id="12" creationId="{890DEF05-784E-4B61-89E4-04C4ECF4E5A0}"/>
          </ac:spMkLst>
        </pc:spChg>
        <pc:picChg chg="mod ord">
          <ac:chgData name="Harsh Dalal" userId="S::harsh.dalal@bluedataconsulting.in::b955d4cd-8966-4207-a182-07fe202de296" providerId="AD" clId="Web-{CEE71B77-5C20-6017-F303-BACFCD302340}" dt="2025-12-02T11:55:21.149" v="1"/>
          <ac:picMkLst>
            <pc:docMk/>
            <pc:sldMk cId="0" sldId="268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CEE71B77-5C20-6017-F303-BACFCD302340}" dt="2025-12-02T11:55:21.149" v="1"/>
          <ac:picMkLst>
            <pc:docMk/>
            <pc:sldMk cId="0" sldId="268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CEE71B77-5C20-6017-F303-BACFCD302340}" dt="2025-12-02T11:55:21.149" v="1"/>
          <ac:cxnSpMkLst>
            <pc:docMk/>
            <pc:sldMk cId="0" sldId="268"/>
            <ac:cxnSpMk id="14" creationId="{C41BAEC7-F7B0-4224-8B18-8F74B7D87F0B}"/>
          </ac:cxnSpMkLst>
        </pc:cxnChg>
      </pc:sldChg>
      <pc:sldChg chg="addSp delSp modSp mod setBg setClrOvrMap">
        <pc:chgData name="Harsh Dalal" userId="S::harsh.dalal@bluedataconsulting.in::b955d4cd-8966-4207-a182-07fe202de296" providerId="AD" clId="Web-{CEE71B77-5C20-6017-F303-BACFCD302340}" dt="2025-12-02T11:56:07.368" v="4"/>
        <pc:sldMkLst>
          <pc:docMk/>
          <pc:sldMk cId="0" sldId="270"/>
        </pc:sldMkLst>
        <pc:spChg chg="mod">
          <ac:chgData name="Harsh Dalal" userId="S::harsh.dalal@bluedataconsulting.in::b955d4cd-8966-4207-a182-07fe202de296" providerId="AD" clId="Web-{CEE71B77-5C20-6017-F303-BACFCD302340}" dt="2025-12-02T11:56:07.368" v="4"/>
          <ac:spMkLst>
            <pc:docMk/>
            <pc:sldMk cId="0" sldId="270"/>
            <ac:spMk id="2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CEE71B77-5C20-6017-F303-BACFCD302340}" dt="2025-12-02T11:56:07.368" v="4"/>
          <ac:spMkLst>
            <pc:docMk/>
            <pc:sldMk cId="0" sldId="270"/>
            <ac:spMk id="10" creationId="{9228552E-C8B1-4A80-8448-0787CE0FC704}"/>
          </ac:spMkLst>
        </pc:spChg>
        <pc:graphicFrameChg chg="mod modGraphic">
          <ac:chgData name="Harsh Dalal" userId="S::harsh.dalal@bluedataconsulting.in::b955d4cd-8966-4207-a182-07fe202de296" providerId="AD" clId="Web-{CEE71B77-5C20-6017-F303-BACFCD302340}" dt="2025-12-02T11:56:07.368" v="4"/>
          <ac:graphicFrameMkLst>
            <pc:docMk/>
            <pc:sldMk cId="0" sldId="270"/>
            <ac:graphicFrameMk id="4" creationId="{00000000-0000-0000-0000-000000000000}"/>
          </ac:graphicFrameMkLst>
        </pc:graphicFrameChg>
        <pc:picChg chg="add mod">
          <ac:chgData name="Harsh Dalal" userId="S::harsh.dalal@bluedataconsulting.in::b955d4cd-8966-4207-a182-07fe202de296" providerId="AD" clId="Web-{CEE71B77-5C20-6017-F303-BACFCD302340}" dt="2025-12-02T11:56:07.368" v="4"/>
          <ac:picMkLst>
            <pc:docMk/>
            <pc:sldMk cId="0" sldId="270"/>
            <ac:picMk id="6" creationId="{33B60972-DFAD-C2B5-E132-0248A57A871B}"/>
          </ac:picMkLst>
        </pc:picChg>
      </pc:sldChg>
      <pc:sldChg chg="addSp modSp mod setBg">
        <pc:chgData name="Harsh Dalal" userId="S::harsh.dalal@bluedataconsulting.in::b955d4cd-8966-4207-a182-07fe202de296" providerId="AD" clId="Web-{CEE71B77-5C20-6017-F303-BACFCD302340}" dt="2025-12-02T11:56:36.525" v="7"/>
        <pc:sldMkLst>
          <pc:docMk/>
          <pc:sldMk cId="0" sldId="271"/>
        </pc:sldMkLst>
        <pc:spChg chg="mod">
          <ac:chgData name="Harsh Dalal" userId="S::harsh.dalal@bluedataconsulting.in::b955d4cd-8966-4207-a182-07fe202de296" providerId="AD" clId="Web-{CEE71B77-5C20-6017-F303-BACFCD302340}" dt="2025-12-02T11:56:36.525" v="7"/>
          <ac:spMkLst>
            <pc:docMk/>
            <pc:sldMk cId="0" sldId="271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6:36.525" v="7"/>
          <ac:spMkLst>
            <pc:docMk/>
            <pc:sldMk cId="0" sldId="271"/>
            <ac:spMk id="9" creationId="{0C541B88-1AE9-40C3-AFD5-967787C1979F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6:36.525" v="7"/>
          <ac:spMkLst>
            <pc:docMk/>
            <pc:sldMk cId="0" sldId="271"/>
            <ac:spMk id="11" creationId="{E5F17139-31EE-46AC-B04F-DBBD852DD6CB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6:36.525" v="7"/>
          <ac:spMkLst>
            <pc:docMk/>
            <pc:sldMk cId="0" sldId="271"/>
            <ac:spMk id="17" creationId="{89D16701-DA76-4F72-BB63-E2C3FFBDFE0F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6:36.525" v="7"/>
          <ac:spMkLst>
            <pc:docMk/>
            <pc:sldMk cId="0" sldId="271"/>
            <ac:spMk id="19" creationId="{1CC28BE1-9DC6-43FE-9582-39F091098D77}"/>
          </ac:spMkLst>
        </pc:spChg>
        <pc:grpChg chg="add">
          <ac:chgData name="Harsh Dalal" userId="S::harsh.dalal@bluedataconsulting.in::b955d4cd-8966-4207-a182-07fe202de296" providerId="AD" clId="Web-{CEE71B77-5C20-6017-F303-BACFCD302340}" dt="2025-12-02T11:56:36.525" v="7"/>
          <ac:grpSpMkLst>
            <pc:docMk/>
            <pc:sldMk cId="0" sldId="271"/>
            <ac:grpSpMk id="13" creationId="{7CF625D3-71A3-4F30-A096-8EF334E959D0}"/>
          </ac:grpSpMkLst>
        </pc:grpChg>
        <pc:grpChg chg="add">
          <ac:chgData name="Harsh Dalal" userId="S::harsh.dalal@bluedataconsulting.in::b955d4cd-8966-4207-a182-07fe202de296" providerId="AD" clId="Web-{CEE71B77-5C20-6017-F303-BACFCD302340}" dt="2025-12-02T11:56:36.525" v="7"/>
          <ac:grpSpMkLst>
            <pc:docMk/>
            <pc:sldMk cId="0" sldId="271"/>
            <ac:grpSpMk id="21" creationId="{AF9AF3F3-CE0C-4125-BDD7-346487FA0B40}"/>
          </ac:grpSpMkLst>
        </pc:grpChg>
        <pc:graphicFrameChg chg="mod modGraphic">
          <ac:chgData name="Harsh Dalal" userId="S::harsh.dalal@bluedataconsulting.in::b955d4cd-8966-4207-a182-07fe202de296" providerId="AD" clId="Web-{CEE71B77-5C20-6017-F303-BACFCD302340}" dt="2025-12-02T11:56:36.525" v="7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addSp modSp mod setBg">
        <pc:chgData name="Harsh Dalal" userId="S::harsh.dalal@bluedataconsulting.in::b955d4cd-8966-4207-a182-07fe202de296" providerId="AD" clId="Web-{CEE71B77-5C20-6017-F303-BACFCD302340}" dt="2025-12-02T11:57:24.729" v="8"/>
        <pc:sldMkLst>
          <pc:docMk/>
          <pc:sldMk cId="0" sldId="272"/>
        </pc:sldMkLst>
        <pc:spChg chg="mod">
          <ac:chgData name="Harsh Dalal" userId="S::harsh.dalal@bluedataconsulting.in::b955d4cd-8966-4207-a182-07fe202de296" providerId="AD" clId="Web-{CEE71B77-5C20-6017-F303-BACFCD302340}" dt="2025-12-02T11:57:24.729" v="8"/>
          <ac:spMkLst>
            <pc:docMk/>
            <pc:sldMk cId="0" sldId="272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24.729" v="8"/>
          <ac:spMkLst>
            <pc:docMk/>
            <pc:sldMk cId="0" sldId="272"/>
            <ac:spMk id="9" creationId="{6C4028FD-8BAA-4A19-BFDE-594D991B7552}"/>
          </ac:spMkLst>
        </pc:spChg>
        <pc:graphicFrameChg chg="mod modGraphic">
          <ac:chgData name="Harsh Dalal" userId="S::harsh.dalal@bluedataconsulting.in::b955d4cd-8966-4207-a182-07fe202de296" providerId="AD" clId="Web-{CEE71B77-5C20-6017-F303-BACFCD302340}" dt="2025-12-02T11:57:24.729" v="8"/>
          <ac:graphicFrameMkLst>
            <pc:docMk/>
            <pc:sldMk cId="0" sldId="272"/>
            <ac:graphicFrameMk id="4" creationId="{00000000-0000-0000-0000-000000000000}"/>
          </ac:graphicFrameMkLst>
        </pc:graphicFrameChg>
      </pc:sldChg>
      <pc:sldChg chg="addSp modSp mod setBg">
        <pc:chgData name="Harsh Dalal" userId="S::harsh.dalal@bluedataconsulting.in::b955d4cd-8966-4207-a182-07fe202de296" providerId="AD" clId="Web-{CEE71B77-5C20-6017-F303-BACFCD302340}" dt="2025-12-02T11:58:19.417" v="13" actId="14100"/>
        <pc:sldMkLst>
          <pc:docMk/>
          <pc:sldMk cId="0" sldId="273"/>
        </pc:sldMkLst>
        <pc:spChg chg="mod">
          <ac:chgData name="Harsh Dalal" userId="S::harsh.dalal@bluedataconsulting.in::b955d4cd-8966-4207-a182-07fe202de296" providerId="AD" clId="Web-{CEE71B77-5C20-6017-F303-BACFCD302340}" dt="2025-12-02T11:58:19.417" v="13" actId="14100"/>
          <ac:spMkLst>
            <pc:docMk/>
            <pc:sldMk cId="0" sldId="273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37.307" v="9"/>
          <ac:spMkLst>
            <pc:docMk/>
            <pc:sldMk cId="0" sldId="273"/>
            <ac:spMk id="9" creationId="{2E442304-DDBD-4F7B-8017-36BCC863FB40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37.307" v="9"/>
          <ac:spMkLst>
            <pc:docMk/>
            <pc:sldMk cId="0" sldId="273"/>
            <ac:spMk id="11" creationId="{5E107275-3853-46FD-A241-DE4355A42675}"/>
          </ac:spMkLst>
        </pc:spChg>
        <pc:graphicFrameChg chg="mod modGraphic">
          <ac:chgData name="Harsh Dalal" userId="S::harsh.dalal@bluedataconsulting.in::b955d4cd-8966-4207-a182-07fe202de296" providerId="AD" clId="Web-{CEE71B77-5C20-6017-F303-BACFCD302340}" dt="2025-12-02T11:57:37.307" v="9"/>
          <ac:graphicFrameMkLst>
            <pc:docMk/>
            <pc:sldMk cId="0" sldId="273"/>
            <ac:graphicFrameMk id="4" creationId="{00000000-0000-0000-0000-000000000000}"/>
          </ac:graphicFrameMkLst>
        </pc:graphicFrameChg>
      </pc:sldChg>
      <pc:sldChg chg="del">
        <pc:chgData name="Harsh Dalal" userId="S::harsh.dalal@bluedataconsulting.in::b955d4cd-8966-4207-a182-07fe202de296" providerId="AD" clId="Web-{CEE71B77-5C20-6017-F303-BACFCD302340}" dt="2025-12-02T11:58:37.761" v="27"/>
        <pc:sldMkLst>
          <pc:docMk/>
          <pc:sldMk cId="0" sldId="275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61" v="26"/>
        <pc:sldMkLst>
          <pc:docMk/>
          <pc:sldMk cId="0" sldId="276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45" v="25"/>
        <pc:sldMkLst>
          <pc:docMk/>
          <pc:sldMk cId="0" sldId="277"/>
        </pc:sldMkLst>
      </pc:sldChg>
      <pc:sldChg chg="addSp modSp mod setBg">
        <pc:chgData name="Harsh Dalal" userId="S::harsh.dalal@bluedataconsulting.in::b955d4cd-8966-4207-a182-07fe202de296" providerId="AD" clId="Web-{CEE71B77-5C20-6017-F303-BACFCD302340}" dt="2025-12-02T11:55:11.649" v="0"/>
        <pc:sldMkLst>
          <pc:docMk/>
          <pc:sldMk cId="0" sldId="279"/>
        </pc:sldMkLst>
        <pc:spChg chg="mod ord">
          <ac:chgData name="Harsh Dalal" userId="S::harsh.dalal@bluedataconsulting.in::b955d4cd-8966-4207-a182-07fe202de296" providerId="AD" clId="Web-{CEE71B77-5C20-6017-F303-BACFCD302340}" dt="2025-12-02T11:55:11.649" v="0"/>
          <ac:spMkLst>
            <pc:docMk/>
            <pc:sldMk cId="0" sldId="279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CEE71B77-5C20-6017-F303-BACFCD302340}" dt="2025-12-02T11:55:11.649" v="0"/>
          <ac:spMkLst>
            <pc:docMk/>
            <pc:sldMk cId="0" sldId="279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5:11.649" v="0"/>
          <ac:spMkLst>
            <pc:docMk/>
            <pc:sldMk cId="0" sldId="279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5:11.649" v="0"/>
          <ac:spMkLst>
            <pc:docMk/>
            <pc:sldMk cId="0" sldId="279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CEE71B77-5C20-6017-F303-BACFCD302340}" dt="2025-12-02T11:55:11.649" v="0"/>
          <ac:picMkLst>
            <pc:docMk/>
            <pc:sldMk cId="0" sldId="279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CEE71B77-5C20-6017-F303-BACFCD302340}" dt="2025-12-02T11:55:11.649" v="0"/>
          <ac:picMkLst>
            <pc:docMk/>
            <pc:sldMk cId="0" sldId="279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CEE71B77-5C20-6017-F303-BACFCD302340}" dt="2025-12-02T11:55:11.649" v="0"/>
          <ac:cxnSpMkLst>
            <pc:docMk/>
            <pc:sldMk cId="0" sldId="279"/>
            <ac:cxnSpMk id="14" creationId="{C41BAEC7-F7B0-4224-8B18-8F74B7D87F0B}"/>
          </ac:cxnSpMkLst>
        </pc:cxnChg>
      </pc:sldChg>
      <pc:sldChg chg="del">
        <pc:chgData name="Harsh Dalal" userId="S::harsh.dalal@bluedataconsulting.in::b955d4cd-8966-4207-a182-07fe202de296" providerId="AD" clId="Web-{CEE71B77-5C20-6017-F303-BACFCD302340}" dt="2025-12-02T11:58:37.761" v="28"/>
        <pc:sldMkLst>
          <pc:docMk/>
          <pc:sldMk cId="0" sldId="280"/>
        </pc:sldMkLst>
      </pc:sldChg>
      <pc:sldChg chg="del">
        <pc:chgData name="Harsh Dalal" userId="S::harsh.dalal@bluedataconsulting.in::b955d4cd-8966-4207-a182-07fe202de296" providerId="AD" clId="Web-{CEE71B77-5C20-6017-F303-BACFCD302340}" dt="2025-12-02T11:58:37.745" v="23"/>
        <pc:sldMkLst>
          <pc:docMk/>
          <pc:sldMk cId="0" sldId="281"/>
        </pc:sldMkLst>
      </pc:sldChg>
      <pc:sldChg chg="addSp delSp modSp mod setBg">
        <pc:chgData name="Harsh Dalal" userId="S::harsh.dalal@bluedataconsulting.in::b955d4cd-8966-4207-a182-07fe202de296" providerId="AD" clId="Web-{CEE71B77-5C20-6017-F303-BACFCD302340}" dt="2025-12-02T11:57:46.182" v="12"/>
        <pc:sldMkLst>
          <pc:docMk/>
          <pc:sldMk cId="0" sldId="282"/>
        </pc:sldMkLst>
        <pc:spChg chg="mod">
          <ac:chgData name="Harsh Dalal" userId="S::harsh.dalal@bluedataconsulting.in::b955d4cd-8966-4207-a182-07fe202de296" providerId="AD" clId="Web-{CEE71B77-5C20-6017-F303-BACFCD302340}" dt="2025-12-02T11:57:46.182" v="12"/>
          <ac:spMkLst>
            <pc:docMk/>
            <pc:sldMk cId="0" sldId="282"/>
            <ac:spMk id="2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CEE71B77-5C20-6017-F303-BACFCD302340}" dt="2025-12-02T11:57:46.167" v="11"/>
          <ac:spMkLst>
            <pc:docMk/>
            <pc:sldMk cId="0" sldId="282"/>
            <ac:spMk id="9" creationId="{D4771268-CB57-404A-9271-370EB28F6090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46.182" v="12"/>
          <ac:spMkLst>
            <pc:docMk/>
            <pc:sldMk cId="0" sldId="282"/>
            <ac:spMk id="11" creationId="{91E5A9A7-95C6-4F4F-B00E-C82E07FE62EF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46.182" v="12"/>
          <ac:spMkLst>
            <pc:docMk/>
            <pc:sldMk cId="0" sldId="282"/>
            <ac:spMk id="12" creationId="{A8384FB5-9ADC-4DDC-881B-597D56F5B15D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46.182" v="12"/>
          <ac:spMkLst>
            <pc:docMk/>
            <pc:sldMk cId="0" sldId="282"/>
            <ac:spMk id="13" creationId="{D07DD2DE-F619-49DD-B5E7-03A290FF4ED1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46.182" v="12"/>
          <ac:spMkLst>
            <pc:docMk/>
            <pc:sldMk cId="0" sldId="282"/>
            <ac:spMk id="15" creationId="{85149191-5F60-4A28-AAFF-039F96B0F3EC}"/>
          </ac:spMkLst>
        </pc:spChg>
        <pc:spChg chg="add">
          <ac:chgData name="Harsh Dalal" userId="S::harsh.dalal@bluedataconsulting.in::b955d4cd-8966-4207-a182-07fe202de296" providerId="AD" clId="Web-{CEE71B77-5C20-6017-F303-BACFCD302340}" dt="2025-12-02T11:57:46.182" v="12"/>
          <ac:spMkLst>
            <pc:docMk/>
            <pc:sldMk cId="0" sldId="282"/>
            <ac:spMk id="17" creationId="{F8260ED5-17F7-4158-B241-D51DD4CF1B7E}"/>
          </ac:spMkLst>
        </pc:spChg>
        <pc:picChg chg="mod">
          <ac:chgData name="Harsh Dalal" userId="S::harsh.dalal@bluedataconsulting.in::b955d4cd-8966-4207-a182-07fe202de296" providerId="AD" clId="Web-{CEE71B77-5C20-6017-F303-BACFCD302340}" dt="2025-12-02T11:57:46.182" v="12"/>
          <ac:picMkLst>
            <pc:docMk/>
            <pc:sldMk cId="0" sldId="282"/>
            <ac:picMk id="4" creationId="{00000000-0000-0000-0000-000000000000}"/>
          </ac:picMkLst>
        </pc:picChg>
      </pc:sldChg>
      <pc:sldChg chg="del">
        <pc:chgData name="Harsh Dalal" userId="S::harsh.dalal@bluedataconsulting.in::b955d4cd-8966-4207-a182-07fe202de296" providerId="AD" clId="Web-{CEE71B77-5C20-6017-F303-BACFCD302340}" dt="2025-12-02T11:58:37.745" v="24"/>
        <pc:sldMkLst>
          <pc:docMk/>
          <pc:sldMk cId="0" sldId="283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F822DA-2D34-4E55-8D3D-A7579E612AFF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1B6EF92-9979-4588-9489-6FF64EA6DE24}">
      <dgm:prSet/>
      <dgm:spPr/>
      <dgm:t>
        <a:bodyPr/>
        <a:lstStyle/>
        <a:p>
          <a:r>
            <a:rPr lang="en-US" b="1"/>
            <a:t>LangChain</a:t>
          </a:r>
          <a:r>
            <a:rPr lang="en-US"/>
            <a:t> is an open-source framework for building applications powered by Large Language Models (LLMs). Available in </a:t>
          </a:r>
          <a:r>
            <a:rPr lang="en-US" b="1"/>
            <a:t>Python and JavaScript</a:t>
          </a:r>
          <a:r>
            <a:rPr lang="en-US"/>
            <a:t>, it offers tools and a unified environment to easily develop LLM-based solutions like </a:t>
          </a:r>
          <a:r>
            <a:rPr lang="en-US" b="1" err="1"/>
            <a:t>chatbots</a:t>
          </a:r>
          <a:r>
            <a:rPr lang="en-US"/>
            <a:t> and </a:t>
          </a:r>
          <a:r>
            <a:rPr lang="en-US" b="1"/>
            <a:t>virtual agents</a:t>
          </a:r>
          <a:r>
            <a:rPr lang="en-US"/>
            <a:t>.</a:t>
          </a:r>
          <a:endParaRPr lang="en-IN"/>
        </a:p>
      </dgm:t>
    </dgm:pt>
    <dgm:pt modelId="{C7C867BA-F7BB-428C-B3AD-336FCDFBF408}" type="parTrans" cxnId="{E4A01AFA-F29A-4210-B00F-35F893349F10}">
      <dgm:prSet/>
      <dgm:spPr/>
      <dgm:t>
        <a:bodyPr/>
        <a:lstStyle/>
        <a:p>
          <a:endParaRPr lang="en-IN"/>
        </a:p>
      </dgm:t>
    </dgm:pt>
    <dgm:pt modelId="{280BFD38-A9BB-460C-B008-4D79EA831EE1}" type="sibTrans" cxnId="{E4A01AFA-F29A-4210-B00F-35F893349F10}">
      <dgm:prSet/>
      <dgm:spPr/>
      <dgm:t>
        <a:bodyPr/>
        <a:lstStyle/>
        <a:p>
          <a:endParaRPr lang="en-IN"/>
        </a:p>
      </dgm:t>
    </dgm:pt>
    <dgm:pt modelId="{4B30170F-6ECD-46E6-9406-424A58B36535}">
      <dgm:prSet/>
      <dgm:spPr/>
      <dgm:t>
        <a:bodyPr/>
        <a:lstStyle/>
        <a:p>
          <a:r>
            <a:rPr lang="en-US"/>
            <a:t>Key features:</a:t>
          </a:r>
          <a:endParaRPr lang="en-IN"/>
        </a:p>
      </dgm:t>
    </dgm:pt>
    <dgm:pt modelId="{309D22C8-3B80-44AC-BABE-3B76A7F0E277}" type="parTrans" cxnId="{FC33EA45-6AB1-4894-AAB6-4EA950E15FA8}">
      <dgm:prSet/>
      <dgm:spPr/>
      <dgm:t>
        <a:bodyPr/>
        <a:lstStyle/>
        <a:p>
          <a:endParaRPr lang="en-IN"/>
        </a:p>
      </dgm:t>
    </dgm:pt>
    <dgm:pt modelId="{C00AF589-7838-4819-BB3C-8A04DF7F6F33}" type="sibTrans" cxnId="{FC33EA45-6AB1-4894-AAB6-4EA950E15FA8}">
      <dgm:prSet/>
      <dgm:spPr/>
      <dgm:t>
        <a:bodyPr/>
        <a:lstStyle/>
        <a:p>
          <a:endParaRPr lang="en-IN"/>
        </a:p>
      </dgm:t>
    </dgm:pt>
    <dgm:pt modelId="{C756FB16-172D-43CF-B095-7E9ED95229A1}">
      <dgm:prSet/>
      <dgm:spPr/>
      <dgm:t>
        <a:bodyPr/>
        <a:lstStyle/>
        <a:p>
          <a:r>
            <a:rPr lang="en-US"/>
            <a:t>Acts as a </a:t>
          </a:r>
          <a:r>
            <a:rPr lang="en-US" b="1"/>
            <a:t>universal interface</a:t>
          </a:r>
          <a:r>
            <a:rPr lang="en-US"/>
            <a:t> for different LLMs.</a:t>
          </a:r>
          <a:endParaRPr lang="en-IN"/>
        </a:p>
      </dgm:t>
    </dgm:pt>
    <dgm:pt modelId="{60910DD6-C0D7-446C-B732-610599EC519B}" type="parTrans" cxnId="{945C81C8-B0B5-457C-B68B-CDC95B7A06DE}">
      <dgm:prSet/>
      <dgm:spPr/>
      <dgm:t>
        <a:bodyPr/>
        <a:lstStyle/>
        <a:p>
          <a:endParaRPr lang="en-IN"/>
        </a:p>
      </dgm:t>
    </dgm:pt>
    <dgm:pt modelId="{F1C10503-6534-4C16-97EB-C1C5C9B5A8B6}" type="sibTrans" cxnId="{945C81C8-B0B5-457C-B68B-CDC95B7A06DE}">
      <dgm:prSet/>
      <dgm:spPr/>
      <dgm:t>
        <a:bodyPr/>
        <a:lstStyle/>
        <a:p>
          <a:endParaRPr lang="en-IN"/>
        </a:p>
      </dgm:t>
    </dgm:pt>
    <dgm:pt modelId="{1D7CF18D-79CA-459E-B90A-11068D9B1CD8}">
      <dgm:prSet/>
      <dgm:spPr/>
      <dgm:t>
        <a:bodyPr/>
        <a:lstStyle/>
        <a:p>
          <a:r>
            <a:rPr lang="en-US" b="1"/>
            <a:t>Modular design</a:t>
          </a:r>
          <a:r>
            <a:rPr lang="en-US"/>
            <a:t> allows easy swapping of prompts or models without major code changes.</a:t>
          </a:r>
          <a:endParaRPr lang="en-IN"/>
        </a:p>
      </dgm:t>
    </dgm:pt>
    <dgm:pt modelId="{819576D7-F730-4F2D-92C3-A98685CF0332}" type="parTrans" cxnId="{6E71E833-6103-465D-83DB-A5A02012A714}">
      <dgm:prSet/>
      <dgm:spPr/>
      <dgm:t>
        <a:bodyPr/>
        <a:lstStyle/>
        <a:p>
          <a:endParaRPr lang="en-IN"/>
        </a:p>
      </dgm:t>
    </dgm:pt>
    <dgm:pt modelId="{10507523-5E4D-454D-AF2D-ECDA0BCBB821}" type="sibTrans" cxnId="{6E71E833-6103-465D-83DB-A5A02012A714}">
      <dgm:prSet/>
      <dgm:spPr/>
      <dgm:t>
        <a:bodyPr/>
        <a:lstStyle/>
        <a:p>
          <a:endParaRPr lang="en-IN"/>
        </a:p>
      </dgm:t>
    </dgm:pt>
    <dgm:pt modelId="{984C4ED5-AB96-4830-8C19-A001330CED16}">
      <dgm:prSet/>
      <dgm:spPr/>
      <dgm:t>
        <a:bodyPr/>
        <a:lstStyle/>
        <a:p>
          <a:r>
            <a:rPr lang="en-US"/>
            <a:t>Helps developers quickly build, test, and optimize LLM applications.</a:t>
          </a:r>
          <a:endParaRPr lang="en-IN"/>
        </a:p>
      </dgm:t>
    </dgm:pt>
    <dgm:pt modelId="{8497B98A-C692-43FE-86A8-60912CF6520D}" type="parTrans" cxnId="{E4CE0E95-D520-4C36-8AF2-6AAB8182F363}">
      <dgm:prSet/>
      <dgm:spPr/>
      <dgm:t>
        <a:bodyPr/>
        <a:lstStyle/>
        <a:p>
          <a:endParaRPr lang="en-IN"/>
        </a:p>
      </dgm:t>
    </dgm:pt>
    <dgm:pt modelId="{BC30E0A3-CF48-45AA-959E-8DE4A0BFD37D}" type="sibTrans" cxnId="{E4CE0E95-D520-4C36-8AF2-6AAB8182F363}">
      <dgm:prSet/>
      <dgm:spPr/>
      <dgm:t>
        <a:bodyPr/>
        <a:lstStyle/>
        <a:p>
          <a:endParaRPr lang="en-IN"/>
        </a:p>
      </dgm:t>
    </dgm:pt>
    <dgm:pt modelId="{C566ADB4-A23E-4DCC-952C-8F98BFAE2C28}" type="pres">
      <dgm:prSet presAssocID="{3EF822DA-2D34-4E55-8D3D-A7579E612AFF}" presName="linear" presStyleCnt="0">
        <dgm:presLayoutVars>
          <dgm:animLvl val="lvl"/>
          <dgm:resizeHandles val="exact"/>
        </dgm:presLayoutVars>
      </dgm:prSet>
      <dgm:spPr/>
    </dgm:pt>
    <dgm:pt modelId="{BDEA0805-6320-42AF-9FE9-B431E7F0D1AD}" type="pres">
      <dgm:prSet presAssocID="{A1B6EF92-9979-4588-9489-6FF64EA6DE2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E77157-FB23-4F9D-9A39-2FF4DF1F4864}" type="pres">
      <dgm:prSet presAssocID="{280BFD38-A9BB-460C-B008-4D79EA831EE1}" presName="spacer" presStyleCnt="0"/>
      <dgm:spPr/>
    </dgm:pt>
    <dgm:pt modelId="{24103323-229D-4032-B462-6A2CA6DCEF5C}" type="pres">
      <dgm:prSet presAssocID="{4B30170F-6ECD-46E6-9406-424A58B3653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22E1345-4B1A-4AE5-94F7-CB8FD845A805}" type="pres">
      <dgm:prSet presAssocID="{4B30170F-6ECD-46E6-9406-424A58B3653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76AD525-4549-4DEC-8A70-A7EA4816C929}" type="presOf" srcId="{3EF822DA-2D34-4E55-8D3D-A7579E612AFF}" destId="{C566ADB4-A23E-4DCC-952C-8F98BFAE2C28}" srcOrd="0" destOrd="0" presId="urn:microsoft.com/office/officeart/2005/8/layout/vList2"/>
    <dgm:cxn modelId="{6E71E833-6103-465D-83DB-A5A02012A714}" srcId="{4B30170F-6ECD-46E6-9406-424A58B36535}" destId="{1D7CF18D-79CA-459E-B90A-11068D9B1CD8}" srcOrd="1" destOrd="0" parTransId="{819576D7-F730-4F2D-92C3-A98685CF0332}" sibTransId="{10507523-5E4D-454D-AF2D-ECDA0BCBB821}"/>
    <dgm:cxn modelId="{FC33EA45-6AB1-4894-AAB6-4EA950E15FA8}" srcId="{3EF822DA-2D34-4E55-8D3D-A7579E612AFF}" destId="{4B30170F-6ECD-46E6-9406-424A58B36535}" srcOrd="1" destOrd="0" parTransId="{309D22C8-3B80-44AC-BABE-3B76A7F0E277}" sibTransId="{C00AF589-7838-4819-BB3C-8A04DF7F6F33}"/>
    <dgm:cxn modelId="{4971DE57-55B9-4E39-BA1E-22D79D162618}" type="presOf" srcId="{A1B6EF92-9979-4588-9489-6FF64EA6DE24}" destId="{BDEA0805-6320-42AF-9FE9-B431E7F0D1AD}" srcOrd="0" destOrd="0" presId="urn:microsoft.com/office/officeart/2005/8/layout/vList2"/>
    <dgm:cxn modelId="{A438FA82-E739-4B39-83D3-ADFE753D8321}" type="presOf" srcId="{984C4ED5-AB96-4830-8C19-A001330CED16}" destId="{622E1345-4B1A-4AE5-94F7-CB8FD845A805}" srcOrd="0" destOrd="2" presId="urn:microsoft.com/office/officeart/2005/8/layout/vList2"/>
    <dgm:cxn modelId="{E4CE0E95-D520-4C36-8AF2-6AAB8182F363}" srcId="{4B30170F-6ECD-46E6-9406-424A58B36535}" destId="{984C4ED5-AB96-4830-8C19-A001330CED16}" srcOrd="2" destOrd="0" parTransId="{8497B98A-C692-43FE-86A8-60912CF6520D}" sibTransId="{BC30E0A3-CF48-45AA-959E-8DE4A0BFD37D}"/>
    <dgm:cxn modelId="{2A10A997-0B89-4433-AC3D-D61B6040A91A}" type="presOf" srcId="{1D7CF18D-79CA-459E-B90A-11068D9B1CD8}" destId="{622E1345-4B1A-4AE5-94F7-CB8FD845A805}" srcOrd="0" destOrd="1" presId="urn:microsoft.com/office/officeart/2005/8/layout/vList2"/>
    <dgm:cxn modelId="{DC4A05C6-5BD7-4326-A9B5-A01C400095CF}" type="presOf" srcId="{C756FB16-172D-43CF-B095-7E9ED95229A1}" destId="{622E1345-4B1A-4AE5-94F7-CB8FD845A805}" srcOrd="0" destOrd="0" presId="urn:microsoft.com/office/officeart/2005/8/layout/vList2"/>
    <dgm:cxn modelId="{945C81C8-B0B5-457C-B68B-CDC95B7A06DE}" srcId="{4B30170F-6ECD-46E6-9406-424A58B36535}" destId="{C756FB16-172D-43CF-B095-7E9ED95229A1}" srcOrd="0" destOrd="0" parTransId="{60910DD6-C0D7-446C-B732-610599EC519B}" sibTransId="{F1C10503-6534-4C16-97EB-C1C5C9B5A8B6}"/>
    <dgm:cxn modelId="{E69FABF9-B705-4BAC-AAD2-E69FE95322C2}" type="presOf" srcId="{4B30170F-6ECD-46E6-9406-424A58B36535}" destId="{24103323-229D-4032-B462-6A2CA6DCEF5C}" srcOrd="0" destOrd="0" presId="urn:microsoft.com/office/officeart/2005/8/layout/vList2"/>
    <dgm:cxn modelId="{E4A01AFA-F29A-4210-B00F-35F893349F10}" srcId="{3EF822DA-2D34-4E55-8D3D-A7579E612AFF}" destId="{A1B6EF92-9979-4588-9489-6FF64EA6DE24}" srcOrd="0" destOrd="0" parTransId="{C7C867BA-F7BB-428C-B3AD-336FCDFBF408}" sibTransId="{280BFD38-A9BB-460C-B008-4D79EA831EE1}"/>
    <dgm:cxn modelId="{560C13C4-85F7-4895-BB1F-7B267E21D187}" type="presParOf" srcId="{C566ADB4-A23E-4DCC-952C-8F98BFAE2C28}" destId="{BDEA0805-6320-42AF-9FE9-B431E7F0D1AD}" srcOrd="0" destOrd="0" presId="urn:microsoft.com/office/officeart/2005/8/layout/vList2"/>
    <dgm:cxn modelId="{7F0052B5-DD25-4487-B589-EE51D7339A8E}" type="presParOf" srcId="{C566ADB4-A23E-4DCC-952C-8F98BFAE2C28}" destId="{4BE77157-FB23-4F9D-9A39-2FF4DF1F4864}" srcOrd="1" destOrd="0" presId="urn:microsoft.com/office/officeart/2005/8/layout/vList2"/>
    <dgm:cxn modelId="{9FC2E210-1733-4388-9E45-63D49D3B647F}" type="presParOf" srcId="{C566ADB4-A23E-4DCC-952C-8F98BFAE2C28}" destId="{24103323-229D-4032-B462-6A2CA6DCEF5C}" srcOrd="2" destOrd="0" presId="urn:microsoft.com/office/officeart/2005/8/layout/vList2"/>
    <dgm:cxn modelId="{59234A74-CF6E-4FC1-BB85-49CC6CCEF8E1}" type="presParOf" srcId="{C566ADB4-A23E-4DCC-952C-8F98BFAE2C28}" destId="{622E1345-4B1A-4AE5-94F7-CB8FD845A80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1C340B-CE79-47EB-8832-102A8288FDB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IN"/>
        </a:p>
      </dgm:t>
    </dgm:pt>
    <dgm:pt modelId="{DB273F67-6694-41B6-BD09-E7CD2B5763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flexibility also enables building programs that utilize multiple LLMs together, such as one model for interpreting user queries and another for generating responses.</a:t>
          </a:r>
          <a:endParaRPr lang="en-IN"/>
        </a:p>
      </dgm:t>
    </dgm:pt>
    <dgm:pt modelId="{19B74D3D-64E4-446E-8F4D-D468465AB34A}" type="parTrans" cxnId="{6AF16D9C-E09B-45FA-9119-E02B808F61DC}">
      <dgm:prSet/>
      <dgm:spPr/>
      <dgm:t>
        <a:bodyPr/>
        <a:lstStyle/>
        <a:p>
          <a:endParaRPr lang="en-IN"/>
        </a:p>
      </dgm:t>
    </dgm:pt>
    <dgm:pt modelId="{EB6147CB-064E-4AD4-981F-93C6774FE1A6}" type="sibTrans" cxnId="{6AF16D9C-E09B-45FA-9119-E02B808F61DC}">
      <dgm:prSet/>
      <dgm:spPr/>
      <dgm:t>
        <a:bodyPr/>
        <a:lstStyle/>
        <a:p>
          <a:endParaRPr lang="en-IN"/>
        </a:p>
      </dgm:t>
    </dgm:pt>
    <dgm:pt modelId="{C6549971-9E58-4795-A297-2E341B79AB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way I see it, LangChain is filling an important gap – providing a common framework to build upon, so that innovators and creators don’t have to reinvent the wheel every time they want to leverage the power of LLM.</a:t>
          </a:r>
          <a:endParaRPr lang="en-IN"/>
        </a:p>
      </dgm:t>
    </dgm:pt>
    <dgm:pt modelId="{E030524B-5070-4B9B-885C-83E92D4CD1D2}" type="parTrans" cxnId="{62057731-1A7E-45D6-8B18-D09DE181522C}">
      <dgm:prSet/>
      <dgm:spPr/>
      <dgm:t>
        <a:bodyPr/>
        <a:lstStyle/>
        <a:p>
          <a:endParaRPr lang="en-IN"/>
        </a:p>
      </dgm:t>
    </dgm:pt>
    <dgm:pt modelId="{15B14B9B-1042-4952-9A1D-80E97E462952}" type="sibTrans" cxnId="{62057731-1A7E-45D6-8B18-D09DE181522C}">
      <dgm:prSet/>
      <dgm:spPr/>
      <dgm:t>
        <a:bodyPr/>
        <a:lstStyle/>
        <a:p>
          <a:endParaRPr lang="en-IN"/>
        </a:p>
      </dgm:t>
    </dgm:pt>
    <dgm:pt modelId="{AE83B87E-483C-41A7-8BCE-502ECF8248B9}" type="pres">
      <dgm:prSet presAssocID="{791C340B-CE79-47EB-8832-102A8288FDB1}" presName="root" presStyleCnt="0">
        <dgm:presLayoutVars>
          <dgm:dir/>
          <dgm:resizeHandles val="exact"/>
        </dgm:presLayoutVars>
      </dgm:prSet>
      <dgm:spPr/>
    </dgm:pt>
    <dgm:pt modelId="{6C6BC4E1-AB26-4831-9225-261B984FC717}" type="pres">
      <dgm:prSet presAssocID="{DB273F67-6694-41B6-BD09-E7CD2B5763E0}" presName="compNode" presStyleCnt="0"/>
      <dgm:spPr/>
    </dgm:pt>
    <dgm:pt modelId="{5DBCF3B9-11A8-41F5-990B-F8D88931810B}" type="pres">
      <dgm:prSet presAssocID="{DB273F67-6694-41B6-BD09-E7CD2B5763E0}" presName="bgRect" presStyleLbl="bgShp" presStyleIdx="0" presStyleCnt="2"/>
      <dgm:spPr/>
    </dgm:pt>
    <dgm:pt modelId="{C21C6660-89D7-4695-B1D8-3FE23167BE26}" type="pres">
      <dgm:prSet presAssocID="{DB273F67-6694-41B6-BD09-E7CD2B5763E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83D8BBA-F3FA-415C-985C-34ED0F19FC15}" type="pres">
      <dgm:prSet presAssocID="{DB273F67-6694-41B6-BD09-E7CD2B5763E0}" presName="spaceRect" presStyleCnt="0"/>
      <dgm:spPr/>
    </dgm:pt>
    <dgm:pt modelId="{6F68FE98-44BD-4983-8F5E-12EBFF11007B}" type="pres">
      <dgm:prSet presAssocID="{DB273F67-6694-41B6-BD09-E7CD2B5763E0}" presName="parTx" presStyleLbl="revTx" presStyleIdx="0" presStyleCnt="2">
        <dgm:presLayoutVars>
          <dgm:chMax val="0"/>
          <dgm:chPref val="0"/>
        </dgm:presLayoutVars>
      </dgm:prSet>
      <dgm:spPr/>
    </dgm:pt>
    <dgm:pt modelId="{47A75B1B-8A61-415A-9194-1288B7E968D3}" type="pres">
      <dgm:prSet presAssocID="{EB6147CB-064E-4AD4-981F-93C6774FE1A6}" presName="sibTrans" presStyleCnt="0"/>
      <dgm:spPr/>
    </dgm:pt>
    <dgm:pt modelId="{2C3709EB-BE62-49A4-9DF5-6A6B23AE5F83}" type="pres">
      <dgm:prSet presAssocID="{C6549971-9E58-4795-A297-2E341B79AB58}" presName="compNode" presStyleCnt="0"/>
      <dgm:spPr/>
    </dgm:pt>
    <dgm:pt modelId="{B68638A2-D9B8-4806-81EE-5564B8F8A5CC}" type="pres">
      <dgm:prSet presAssocID="{C6549971-9E58-4795-A297-2E341B79AB58}" presName="bgRect" presStyleLbl="bgShp" presStyleIdx="1" presStyleCnt="2"/>
      <dgm:spPr/>
    </dgm:pt>
    <dgm:pt modelId="{AF660950-8D47-45AB-ACD4-0370FC050317}" type="pres">
      <dgm:prSet presAssocID="{C6549971-9E58-4795-A297-2E341B79AB5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4B733020-8795-4AE4-9CAA-19BD0E0CC0E2}" type="pres">
      <dgm:prSet presAssocID="{C6549971-9E58-4795-A297-2E341B79AB58}" presName="spaceRect" presStyleCnt="0"/>
      <dgm:spPr/>
    </dgm:pt>
    <dgm:pt modelId="{4EED9664-CD2B-430D-AA1D-C734D621FB14}" type="pres">
      <dgm:prSet presAssocID="{C6549971-9E58-4795-A297-2E341B79AB5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5CA092F-3906-45C6-97AD-CCB2F4AECEC9}" type="presOf" srcId="{C6549971-9E58-4795-A297-2E341B79AB58}" destId="{4EED9664-CD2B-430D-AA1D-C734D621FB14}" srcOrd="0" destOrd="0" presId="urn:microsoft.com/office/officeart/2018/2/layout/IconVerticalSolidList"/>
    <dgm:cxn modelId="{62057731-1A7E-45D6-8B18-D09DE181522C}" srcId="{791C340B-CE79-47EB-8832-102A8288FDB1}" destId="{C6549971-9E58-4795-A297-2E341B79AB58}" srcOrd="1" destOrd="0" parTransId="{E030524B-5070-4B9B-885C-83E92D4CD1D2}" sibTransId="{15B14B9B-1042-4952-9A1D-80E97E462952}"/>
    <dgm:cxn modelId="{A365EA8C-57A9-4246-A856-A712075272C1}" type="presOf" srcId="{DB273F67-6694-41B6-BD09-E7CD2B5763E0}" destId="{6F68FE98-44BD-4983-8F5E-12EBFF11007B}" srcOrd="0" destOrd="0" presId="urn:microsoft.com/office/officeart/2018/2/layout/IconVerticalSolidList"/>
    <dgm:cxn modelId="{6AF16D9C-E09B-45FA-9119-E02B808F61DC}" srcId="{791C340B-CE79-47EB-8832-102A8288FDB1}" destId="{DB273F67-6694-41B6-BD09-E7CD2B5763E0}" srcOrd="0" destOrd="0" parTransId="{19B74D3D-64E4-446E-8F4D-D468465AB34A}" sibTransId="{EB6147CB-064E-4AD4-981F-93C6774FE1A6}"/>
    <dgm:cxn modelId="{E5F442B6-876F-4E94-BEE9-EF424903A043}" type="presOf" srcId="{791C340B-CE79-47EB-8832-102A8288FDB1}" destId="{AE83B87E-483C-41A7-8BCE-502ECF8248B9}" srcOrd="0" destOrd="0" presId="urn:microsoft.com/office/officeart/2018/2/layout/IconVerticalSolidList"/>
    <dgm:cxn modelId="{E722FD4A-C4FE-4CA2-B7CF-6A802B4B7903}" type="presParOf" srcId="{AE83B87E-483C-41A7-8BCE-502ECF8248B9}" destId="{6C6BC4E1-AB26-4831-9225-261B984FC717}" srcOrd="0" destOrd="0" presId="urn:microsoft.com/office/officeart/2018/2/layout/IconVerticalSolidList"/>
    <dgm:cxn modelId="{1353B096-4036-481E-B2E1-B5C355C4302B}" type="presParOf" srcId="{6C6BC4E1-AB26-4831-9225-261B984FC717}" destId="{5DBCF3B9-11A8-41F5-990B-F8D88931810B}" srcOrd="0" destOrd="0" presId="urn:microsoft.com/office/officeart/2018/2/layout/IconVerticalSolidList"/>
    <dgm:cxn modelId="{96AA17BC-723F-4262-A6AA-946A383817D4}" type="presParOf" srcId="{6C6BC4E1-AB26-4831-9225-261B984FC717}" destId="{C21C6660-89D7-4695-B1D8-3FE23167BE26}" srcOrd="1" destOrd="0" presId="urn:microsoft.com/office/officeart/2018/2/layout/IconVerticalSolidList"/>
    <dgm:cxn modelId="{F1276252-FC46-420C-BD82-00C8C7747C63}" type="presParOf" srcId="{6C6BC4E1-AB26-4831-9225-261B984FC717}" destId="{583D8BBA-F3FA-415C-985C-34ED0F19FC15}" srcOrd="2" destOrd="0" presId="urn:microsoft.com/office/officeart/2018/2/layout/IconVerticalSolidList"/>
    <dgm:cxn modelId="{269B0629-C341-4203-A613-471B1E5FFDC5}" type="presParOf" srcId="{6C6BC4E1-AB26-4831-9225-261B984FC717}" destId="{6F68FE98-44BD-4983-8F5E-12EBFF11007B}" srcOrd="3" destOrd="0" presId="urn:microsoft.com/office/officeart/2018/2/layout/IconVerticalSolidList"/>
    <dgm:cxn modelId="{CDACBF4C-E8B1-4D72-83E3-BA49DA6D2703}" type="presParOf" srcId="{AE83B87E-483C-41A7-8BCE-502ECF8248B9}" destId="{47A75B1B-8A61-415A-9194-1288B7E968D3}" srcOrd="1" destOrd="0" presId="urn:microsoft.com/office/officeart/2018/2/layout/IconVerticalSolidList"/>
    <dgm:cxn modelId="{D8C9352A-407D-4F0B-863D-8E8867A5A2DB}" type="presParOf" srcId="{AE83B87E-483C-41A7-8BCE-502ECF8248B9}" destId="{2C3709EB-BE62-49A4-9DF5-6A6B23AE5F83}" srcOrd="2" destOrd="0" presId="urn:microsoft.com/office/officeart/2018/2/layout/IconVerticalSolidList"/>
    <dgm:cxn modelId="{E87041FF-5097-4853-9B82-6E63BCDD6B45}" type="presParOf" srcId="{2C3709EB-BE62-49A4-9DF5-6A6B23AE5F83}" destId="{B68638A2-D9B8-4806-81EE-5564B8F8A5CC}" srcOrd="0" destOrd="0" presId="urn:microsoft.com/office/officeart/2018/2/layout/IconVerticalSolidList"/>
    <dgm:cxn modelId="{193A6DF5-B1CD-450B-868F-94F1E7B5B083}" type="presParOf" srcId="{2C3709EB-BE62-49A4-9DF5-6A6B23AE5F83}" destId="{AF660950-8D47-45AB-ACD4-0370FC050317}" srcOrd="1" destOrd="0" presId="urn:microsoft.com/office/officeart/2018/2/layout/IconVerticalSolidList"/>
    <dgm:cxn modelId="{F42FD88E-1363-4873-A30C-441D8D80B263}" type="presParOf" srcId="{2C3709EB-BE62-49A4-9DF5-6A6B23AE5F83}" destId="{4B733020-8795-4AE4-9CAA-19BD0E0CC0E2}" srcOrd="2" destOrd="0" presId="urn:microsoft.com/office/officeart/2018/2/layout/IconVerticalSolidList"/>
    <dgm:cxn modelId="{B35C13A9-847F-4308-94B2-521836B6C970}" type="presParOf" srcId="{2C3709EB-BE62-49A4-9DF5-6A6B23AE5F83}" destId="{4EED9664-CD2B-430D-AA1D-C734D621FB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961000-F19D-4AF8-A830-688D6757A544}" type="doc">
      <dgm:prSet loTypeId="urn:microsoft.com/office/officeart/2005/8/layout/vList2#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24DB97E-E2CD-4AA7-83D7-4A2A57DF8871}">
      <dgm:prSet/>
      <dgm:spPr/>
      <dgm:t>
        <a:bodyPr/>
        <a:lstStyle/>
        <a:p>
          <a:pPr rtl="0"/>
          <a:r>
            <a:rPr lang="en-US">
              <a:latin typeface="Google"/>
            </a:rPr>
            <a:t>LLMs </a:t>
          </a:r>
          <a:endParaRPr lang="en-IN">
            <a:latin typeface="Google"/>
          </a:endParaRPr>
        </a:p>
      </dgm:t>
    </dgm:pt>
    <dgm:pt modelId="{AAE04FBD-7219-4FF3-875B-0E566B3B8B24}" type="parTrans" cxnId="{78BB9CC7-EF80-465E-8E5D-06F50652046F}">
      <dgm:prSet/>
      <dgm:spPr/>
      <dgm:t>
        <a:bodyPr/>
        <a:lstStyle/>
        <a:p>
          <a:endParaRPr lang="en-IN"/>
        </a:p>
      </dgm:t>
    </dgm:pt>
    <dgm:pt modelId="{8865ABCE-24A6-4E5A-9FBC-3E950B2F6067}" type="sibTrans" cxnId="{78BB9CC7-EF80-465E-8E5D-06F50652046F}">
      <dgm:prSet/>
      <dgm:spPr/>
      <dgm:t>
        <a:bodyPr/>
        <a:lstStyle/>
        <a:p>
          <a:endParaRPr lang="en-IN"/>
        </a:p>
      </dgm:t>
    </dgm:pt>
    <dgm:pt modelId="{C7B702EE-903D-4CAE-914A-9C574EC49CB2}">
      <dgm:prSet/>
      <dgm:spPr/>
      <dgm:t>
        <a:bodyPr/>
        <a:lstStyle/>
        <a:p>
          <a:pPr rtl="0"/>
          <a:r>
            <a:rPr lang="en-US">
              <a:latin typeface="Google"/>
            </a:rPr>
            <a:t>LangChain enables seamless integration with LLMs from providers like </a:t>
          </a:r>
          <a:r>
            <a:rPr lang="en-US" err="1">
              <a:latin typeface="Google"/>
            </a:rPr>
            <a:t>OpenAI</a:t>
          </a:r>
          <a:r>
            <a:rPr lang="en-US">
              <a:latin typeface="Google"/>
            </a:rPr>
            <a:t>, Anthropic, and Google through a </a:t>
          </a:r>
          <a:r>
            <a:rPr lang="en-US" b="1">
              <a:latin typeface="Google"/>
            </a:rPr>
            <a:t>standardized interface</a:t>
          </a:r>
          <a:r>
            <a:rPr lang="en-US">
              <a:latin typeface="Google"/>
            </a:rPr>
            <a:t>, simplifying interactions by hiding the complexities of different APIs and data formats.</a:t>
          </a:r>
          <a:endParaRPr lang="en-IN">
            <a:latin typeface="Google"/>
          </a:endParaRPr>
        </a:p>
      </dgm:t>
    </dgm:pt>
    <dgm:pt modelId="{0D5BCA1B-B5C5-4D90-A4CE-4942330E8E6B}" type="parTrans" cxnId="{207296F0-4CA0-42A9-B38C-A11712FC6CF1}">
      <dgm:prSet/>
      <dgm:spPr/>
      <dgm:t>
        <a:bodyPr/>
        <a:lstStyle/>
        <a:p>
          <a:endParaRPr lang="en-IN"/>
        </a:p>
      </dgm:t>
    </dgm:pt>
    <dgm:pt modelId="{47E198D7-F94C-4F3A-B54D-5A0717F8E81C}" type="sibTrans" cxnId="{207296F0-4CA0-42A9-B38C-A11712FC6CF1}">
      <dgm:prSet/>
      <dgm:spPr/>
      <dgm:t>
        <a:bodyPr/>
        <a:lstStyle/>
        <a:p>
          <a:endParaRPr lang="en-IN"/>
        </a:p>
      </dgm:t>
    </dgm:pt>
    <dgm:pt modelId="{46979ABA-7F81-4623-9AF2-F798DAFE5C28}">
      <dgm:prSet/>
      <dgm:spPr/>
      <dgm:t>
        <a:bodyPr/>
        <a:lstStyle/>
        <a:p>
          <a:pPr rtl="0"/>
          <a:r>
            <a:rPr lang="en-US">
              <a:latin typeface="Google"/>
            </a:rPr>
            <a:t>Chains </a:t>
          </a:r>
          <a:endParaRPr lang="en-IN">
            <a:latin typeface="Google"/>
          </a:endParaRPr>
        </a:p>
      </dgm:t>
    </dgm:pt>
    <dgm:pt modelId="{95072D96-75B4-48D5-B8EB-8B54F744CC0F}" type="parTrans" cxnId="{1B3A90C0-FE79-4CD3-BD9C-541F77700883}">
      <dgm:prSet/>
      <dgm:spPr/>
      <dgm:t>
        <a:bodyPr/>
        <a:lstStyle/>
        <a:p>
          <a:endParaRPr lang="en-IN"/>
        </a:p>
      </dgm:t>
    </dgm:pt>
    <dgm:pt modelId="{E0E791AF-9ABE-4894-9DCC-E449CB6D5966}" type="sibTrans" cxnId="{1B3A90C0-FE79-4CD3-BD9C-541F77700883}">
      <dgm:prSet/>
      <dgm:spPr/>
      <dgm:t>
        <a:bodyPr/>
        <a:lstStyle/>
        <a:p>
          <a:endParaRPr lang="en-IN"/>
        </a:p>
      </dgm:t>
    </dgm:pt>
    <dgm:pt modelId="{80008D76-6163-43AE-82FB-099B1F4D62CB}">
      <dgm:prSet/>
      <dgm:spPr/>
      <dgm:t>
        <a:bodyPr/>
        <a:lstStyle/>
        <a:p>
          <a:pPr rtl="0"/>
          <a:r>
            <a:rPr lang="en-US" b="1">
              <a:latin typeface="Google"/>
            </a:rPr>
            <a:t>Chains</a:t>
          </a:r>
          <a:r>
            <a:rPr lang="en-US">
              <a:latin typeface="Google"/>
            </a:rPr>
            <a:t> in LangChain are sequences of LLM-powered steps that form complex workflows. They let developers connect multiple operations—like extracting data and generating responses—enabling more advanced natural language processing tasks.</a:t>
          </a:r>
          <a:endParaRPr lang="en-IN">
            <a:latin typeface="Google"/>
          </a:endParaRPr>
        </a:p>
      </dgm:t>
    </dgm:pt>
    <dgm:pt modelId="{7176DED0-1BF1-4CD4-B346-2CDC33208B65}" type="parTrans" cxnId="{E365E78E-57FE-47AB-85A2-408FC506F266}">
      <dgm:prSet/>
      <dgm:spPr/>
      <dgm:t>
        <a:bodyPr/>
        <a:lstStyle/>
        <a:p>
          <a:endParaRPr lang="en-IN"/>
        </a:p>
      </dgm:t>
    </dgm:pt>
    <dgm:pt modelId="{3299A945-8675-4252-966B-3E9EE89E7D8F}" type="sibTrans" cxnId="{E365E78E-57FE-47AB-85A2-408FC506F266}">
      <dgm:prSet/>
      <dgm:spPr/>
      <dgm:t>
        <a:bodyPr/>
        <a:lstStyle/>
        <a:p>
          <a:endParaRPr lang="en-IN"/>
        </a:p>
      </dgm:t>
    </dgm:pt>
    <dgm:pt modelId="{92FD9A3D-EFC8-4AAB-92C4-EFAFD79809D7}">
      <dgm:prSet/>
      <dgm:spPr/>
      <dgm:t>
        <a:bodyPr/>
        <a:lstStyle/>
        <a:p>
          <a:pPr rtl="0"/>
          <a:endParaRPr lang="en-IN">
            <a:latin typeface="Google"/>
          </a:endParaRPr>
        </a:p>
      </dgm:t>
    </dgm:pt>
    <dgm:pt modelId="{458134E5-3D0E-44A4-A960-A489F92B5F02}" type="parTrans" cxnId="{20B5F0AA-D95A-42E7-8D61-909338790A4C}">
      <dgm:prSet/>
      <dgm:spPr/>
      <dgm:t>
        <a:bodyPr/>
        <a:lstStyle/>
        <a:p>
          <a:endParaRPr lang="en-IN"/>
        </a:p>
      </dgm:t>
    </dgm:pt>
    <dgm:pt modelId="{A1CA0463-565A-4BCA-90B2-3ADC07A6B46A}" type="sibTrans" cxnId="{20B5F0AA-D95A-42E7-8D61-909338790A4C}">
      <dgm:prSet/>
      <dgm:spPr/>
      <dgm:t>
        <a:bodyPr/>
        <a:lstStyle/>
        <a:p>
          <a:endParaRPr lang="en-IN"/>
        </a:p>
      </dgm:t>
    </dgm:pt>
    <dgm:pt modelId="{4CE85B73-29DE-4FF6-9A71-88996078F4B3}">
      <dgm:prSet/>
      <dgm:spPr/>
      <dgm:t>
        <a:bodyPr/>
        <a:lstStyle/>
        <a:p>
          <a:pPr rtl="0"/>
          <a:endParaRPr lang="en-IN">
            <a:latin typeface="Google"/>
          </a:endParaRPr>
        </a:p>
      </dgm:t>
    </dgm:pt>
    <dgm:pt modelId="{F5365BAD-D710-499E-AE6C-42FA769ECA0F}" type="parTrans" cxnId="{C6A1ED3A-017C-4ACE-828A-BF7B166A138E}">
      <dgm:prSet/>
      <dgm:spPr/>
      <dgm:t>
        <a:bodyPr/>
        <a:lstStyle/>
        <a:p>
          <a:endParaRPr lang="en-IN"/>
        </a:p>
      </dgm:t>
    </dgm:pt>
    <dgm:pt modelId="{56A952AF-C052-418E-9559-24800BBE5B7E}" type="sibTrans" cxnId="{C6A1ED3A-017C-4ACE-828A-BF7B166A138E}">
      <dgm:prSet/>
      <dgm:spPr/>
      <dgm:t>
        <a:bodyPr/>
        <a:lstStyle/>
        <a:p>
          <a:endParaRPr lang="en-IN"/>
        </a:p>
      </dgm:t>
    </dgm:pt>
    <dgm:pt modelId="{7579623C-A60E-407C-BAAA-0751EB06A96E}" type="pres">
      <dgm:prSet presAssocID="{BC961000-F19D-4AF8-A830-688D6757A544}" presName="linear" presStyleCnt="0">
        <dgm:presLayoutVars>
          <dgm:animLvl val="lvl"/>
          <dgm:resizeHandles val="exact"/>
        </dgm:presLayoutVars>
      </dgm:prSet>
      <dgm:spPr/>
    </dgm:pt>
    <dgm:pt modelId="{ECB10302-F161-4C08-9AC9-FAA2988499DD}" type="pres">
      <dgm:prSet presAssocID="{B24DB97E-E2CD-4AA7-83D7-4A2A57DF88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583B693-1CB5-4B5C-9914-0F595B79181B}" type="pres">
      <dgm:prSet presAssocID="{B24DB97E-E2CD-4AA7-83D7-4A2A57DF8871}" presName="childText" presStyleLbl="revTx" presStyleIdx="0" presStyleCnt="2">
        <dgm:presLayoutVars>
          <dgm:bulletEnabled val="1"/>
        </dgm:presLayoutVars>
      </dgm:prSet>
      <dgm:spPr/>
    </dgm:pt>
    <dgm:pt modelId="{220FA6A7-9E54-4160-B0FF-97D1C7A9013C}" type="pres">
      <dgm:prSet presAssocID="{46979ABA-7F81-4623-9AF2-F798DAFE5C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1332FD-3361-430F-9207-C3A7DFB83B6A}" type="pres">
      <dgm:prSet presAssocID="{46979ABA-7F81-4623-9AF2-F798DAFE5C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6A1ED3A-017C-4ACE-828A-BF7B166A138E}" srcId="{B24DB97E-E2CD-4AA7-83D7-4A2A57DF8871}" destId="{4CE85B73-29DE-4FF6-9A71-88996078F4B3}" srcOrd="1" destOrd="0" parTransId="{F5365BAD-D710-499E-AE6C-42FA769ECA0F}" sibTransId="{56A952AF-C052-418E-9559-24800BBE5B7E}"/>
    <dgm:cxn modelId="{3642EE3C-B42F-4545-BB0A-925D12C97761}" type="presOf" srcId="{92FD9A3D-EFC8-4AAB-92C4-EFAFD79809D7}" destId="{8583B693-1CB5-4B5C-9914-0F595B79181B}" srcOrd="0" destOrd="2" presId="urn:microsoft.com/office/officeart/2005/8/layout/vList2#3"/>
    <dgm:cxn modelId="{E365E78E-57FE-47AB-85A2-408FC506F266}" srcId="{46979ABA-7F81-4623-9AF2-F798DAFE5C28}" destId="{80008D76-6163-43AE-82FB-099B1F4D62CB}" srcOrd="0" destOrd="0" parTransId="{7176DED0-1BF1-4CD4-B346-2CDC33208B65}" sibTransId="{3299A945-8675-4252-966B-3E9EE89E7D8F}"/>
    <dgm:cxn modelId="{4E8B8EA7-DC97-46B7-96DB-7FE6C048530A}" type="presOf" srcId="{46979ABA-7F81-4623-9AF2-F798DAFE5C28}" destId="{220FA6A7-9E54-4160-B0FF-97D1C7A9013C}" srcOrd="0" destOrd="0" presId="urn:microsoft.com/office/officeart/2005/8/layout/vList2#3"/>
    <dgm:cxn modelId="{20B5F0AA-D95A-42E7-8D61-909338790A4C}" srcId="{B24DB97E-E2CD-4AA7-83D7-4A2A57DF8871}" destId="{92FD9A3D-EFC8-4AAB-92C4-EFAFD79809D7}" srcOrd="2" destOrd="0" parTransId="{458134E5-3D0E-44A4-A960-A489F92B5F02}" sibTransId="{A1CA0463-565A-4BCA-90B2-3ADC07A6B46A}"/>
    <dgm:cxn modelId="{036202B7-7656-4A47-9EFE-84FB756A6FBF}" type="presOf" srcId="{B24DB97E-E2CD-4AA7-83D7-4A2A57DF8871}" destId="{ECB10302-F161-4C08-9AC9-FAA2988499DD}" srcOrd="0" destOrd="0" presId="urn:microsoft.com/office/officeart/2005/8/layout/vList2#3"/>
    <dgm:cxn modelId="{1659F9B9-A5E8-4F77-83B2-71FF2B75D86E}" type="presOf" srcId="{BC961000-F19D-4AF8-A830-688D6757A544}" destId="{7579623C-A60E-407C-BAAA-0751EB06A96E}" srcOrd="0" destOrd="0" presId="urn:microsoft.com/office/officeart/2005/8/layout/vList2#3"/>
    <dgm:cxn modelId="{34BD11BA-5D76-464D-A22B-1DEDC5160005}" type="presOf" srcId="{C7B702EE-903D-4CAE-914A-9C574EC49CB2}" destId="{8583B693-1CB5-4B5C-9914-0F595B79181B}" srcOrd="0" destOrd="0" presId="urn:microsoft.com/office/officeart/2005/8/layout/vList2#3"/>
    <dgm:cxn modelId="{1B3A90C0-FE79-4CD3-BD9C-541F77700883}" srcId="{BC961000-F19D-4AF8-A830-688D6757A544}" destId="{46979ABA-7F81-4623-9AF2-F798DAFE5C28}" srcOrd="1" destOrd="0" parTransId="{95072D96-75B4-48D5-B8EB-8B54F744CC0F}" sibTransId="{E0E791AF-9ABE-4894-9DCC-E449CB6D5966}"/>
    <dgm:cxn modelId="{D4B0B7C6-DD99-416F-A4E6-1075FEF718D0}" type="presOf" srcId="{4CE85B73-29DE-4FF6-9A71-88996078F4B3}" destId="{8583B693-1CB5-4B5C-9914-0F595B79181B}" srcOrd="0" destOrd="1" presId="urn:microsoft.com/office/officeart/2005/8/layout/vList2#3"/>
    <dgm:cxn modelId="{78BB9CC7-EF80-465E-8E5D-06F50652046F}" srcId="{BC961000-F19D-4AF8-A830-688D6757A544}" destId="{B24DB97E-E2CD-4AA7-83D7-4A2A57DF8871}" srcOrd="0" destOrd="0" parTransId="{AAE04FBD-7219-4FF3-875B-0E566B3B8B24}" sibTransId="{8865ABCE-24A6-4E5A-9FBC-3E950B2F6067}"/>
    <dgm:cxn modelId="{ABF6DBEC-F72F-4FE3-AD16-9AAA08215C82}" type="presOf" srcId="{80008D76-6163-43AE-82FB-099B1F4D62CB}" destId="{1F1332FD-3361-430F-9207-C3A7DFB83B6A}" srcOrd="0" destOrd="0" presId="urn:microsoft.com/office/officeart/2005/8/layout/vList2#3"/>
    <dgm:cxn modelId="{207296F0-4CA0-42A9-B38C-A11712FC6CF1}" srcId="{B24DB97E-E2CD-4AA7-83D7-4A2A57DF8871}" destId="{C7B702EE-903D-4CAE-914A-9C574EC49CB2}" srcOrd="0" destOrd="0" parTransId="{0D5BCA1B-B5C5-4D90-A4CE-4942330E8E6B}" sibTransId="{47E198D7-F94C-4F3A-B54D-5A0717F8E81C}"/>
    <dgm:cxn modelId="{A9A2E5EF-1C32-4B1A-B231-2B58892D3A7A}" type="presParOf" srcId="{7579623C-A60E-407C-BAAA-0751EB06A96E}" destId="{ECB10302-F161-4C08-9AC9-FAA2988499DD}" srcOrd="0" destOrd="0" presId="urn:microsoft.com/office/officeart/2005/8/layout/vList2#3"/>
    <dgm:cxn modelId="{18C58B7E-101B-4FFB-AA14-27305AF8D343}" type="presParOf" srcId="{7579623C-A60E-407C-BAAA-0751EB06A96E}" destId="{8583B693-1CB5-4B5C-9914-0F595B79181B}" srcOrd="1" destOrd="0" presId="urn:microsoft.com/office/officeart/2005/8/layout/vList2#3"/>
    <dgm:cxn modelId="{F335994D-97CC-4E34-9BF7-D669C00F2A4D}" type="presParOf" srcId="{7579623C-A60E-407C-BAAA-0751EB06A96E}" destId="{220FA6A7-9E54-4160-B0FF-97D1C7A9013C}" srcOrd="2" destOrd="0" presId="urn:microsoft.com/office/officeart/2005/8/layout/vList2#3"/>
    <dgm:cxn modelId="{06222F57-7A24-4D7E-9C76-CD8D94EBE4A8}" type="presParOf" srcId="{7579623C-A60E-407C-BAAA-0751EB06A96E}" destId="{1F1332FD-3361-430F-9207-C3A7DFB83B6A}" srcOrd="3" destOrd="0" presId="urn:microsoft.com/office/officeart/2005/8/layout/vList2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A90DD8-A75E-4855-8131-C1E4B8E56F1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25338B14-180B-4417-99E2-2148FA0CD9E5}">
      <dgm:prSet/>
      <dgm:spPr/>
      <dgm:t>
        <a:bodyPr/>
        <a:lstStyle/>
        <a:p>
          <a:pPr rtl="0"/>
          <a:r>
            <a:rPr lang="en-US">
              <a:latin typeface="Google"/>
            </a:rPr>
            <a:t>Agents </a:t>
          </a:r>
          <a:endParaRPr lang="en-IN">
            <a:latin typeface="Google"/>
          </a:endParaRPr>
        </a:p>
      </dgm:t>
    </dgm:pt>
    <dgm:pt modelId="{B6CED526-9F92-4707-A50F-5B5B9F76015B}" type="parTrans" cxnId="{E7CD0CDE-B180-4C0B-919F-5FFAE91542DD}">
      <dgm:prSet/>
      <dgm:spPr/>
      <dgm:t>
        <a:bodyPr/>
        <a:lstStyle/>
        <a:p>
          <a:endParaRPr lang="en-IN"/>
        </a:p>
      </dgm:t>
    </dgm:pt>
    <dgm:pt modelId="{C965BE3B-3520-4582-AACE-630FDC1DA3A9}" type="sibTrans" cxnId="{E7CD0CDE-B180-4C0B-919F-5FFAE91542DD}">
      <dgm:prSet/>
      <dgm:spPr/>
      <dgm:t>
        <a:bodyPr/>
        <a:lstStyle/>
        <a:p>
          <a:endParaRPr lang="en-IN"/>
        </a:p>
      </dgm:t>
    </dgm:pt>
    <dgm:pt modelId="{73B050E4-7D88-416B-A694-8A6CFF2DF0BE}">
      <dgm:prSet/>
      <dgm:spPr/>
      <dgm:t>
        <a:bodyPr/>
        <a:lstStyle/>
        <a:p>
          <a:pPr rtl="0"/>
          <a:r>
            <a:rPr lang="en-US" b="1">
              <a:latin typeface="Google"/>
            </a:rPr>
            <a:t>Agents</a:t>
          </a:r>
          <a:r>
            <a:rPr lang="en-US">
              <a:latin typeface="Google"/>
            </a:rPr>
            <a:t> are advanced LangChain components that build on Chains to handle complex, goal-driven tasks autonomously. They manage logic, memory, and workflows, enabling the creation of intelligent, context-aware LLM-powered actors.</a:t>
          </a:r>
          <a:endParaRPr lang="en-IN">
            <a:latin typeface="Google"/>
          </a:endParaRPr>
        </a:p>
      </dgm:t>
    </dgm:pt>
    <dgm:pt modelId="{834B770A-000F-4141-BC3E-68464FF3C65E}" type="parTrans" cxnId="{5169AA85-00C9-4074-9DA9-8A1D82716303}">
      <dgm:prSet/>
      <dgm:spPr/>
      <dgm:t>
        <a:bodyPr/>
        <a:lstStyle/>
        <a:p>
          <a:endParaRPr lang="en-IN"/>
        </a:p>
      </dgm:t>
    </dgm:pt>
    <dgm:pt modelId="{D530219A-5593-4D30-B0DB-C6E3EA2F6670}" type="sibTrans" cxnId="{5169AA85-00C9-4074-9DA9-8A1D82716303}">
      <dgm:prSet/>
      <dgm:spPr/>
      <dgm:t>
        <a:bodyPr/>
        <a:lstStyle/>
        <a:p>
          <a:endParaRPr lang="en-IN"/>
        </a:p>
      </dgm:t>
    </dgm:pt>
    <dgm:pt modelId="{9845130F-1FD9-49F1-B246-48806F6BEC75}">
      <dgm:prSet/>
      <dgm:spPr/>
      <dgm:t>
        <a:bodyPr/>
        <a:lstStyle/>
        <a:p>
          <a:pPr rtl="0"/>
          <a:r>
            <a:rPr lang="en-US">
              <a:latin typeface="Google"/>
            </a:rPr>
            <a:t>Memory </a:t>
          </a:r>
          <a:endParaRPr lang="en-IN">
            <a:latin typeface="Google"/>
          </a:endParaRPr>
        </a:p>
      </dgm:t>
    </dgm:pt>
    <dgm:pt modelId="{81552314-E5AB-4723-8190-3A1CD46AEA5C}" type="parTrans" cxnId="{3A266782-540B-420E-9BAF-AD81281A7A6A}">
      <dgm:prSet/>
      <dgm:spPr/>
      <dgm:t>
        <a:bodyPr/>
        <a:lstStyle/>
        <a:p>
          <a:endParaRPr lang="en-IN"/>
        </a:p>
      </dgm:t>
    </dgm:pt>
    <dgm:pt modelId="{5E2B0E5F-9C8A-4F9F-B795-6C14541D1884}" type="sibTrans" cxnId="{3A266782-540B-420E-9BAF-AD81281A7A6A}">
      <dgm:prSet/>
      <dgm:spPr/>
      <dgm:t>
        <a:bodyPr/>
        <a:lstStyle/>
        <a:p>
          <a:endParaRPr lang="en-IN"/>
        </a:p>
      </dgm:t>
    </dgm:pt>
    <dgm:pt modelId="{8C57307D-0D58-42D7-9AAE-5B2985CD1C43}">
      <dgm:prSet/>
      <dgm:spPr/>
      <dgm:t>
        <a:bodyPr/>
        <a:lstStyle/>
        <a:p>
          <a:pPr rtl="0"/>
          <a:r>
            <a:rPr lang="en-US" err="1">
              <a:latin typeface="Google"/>
            </a:rPr>
            <a:t>LangChain's</a:t>
          </a:r>
          <a:r>
            <a:rPr lang="en-US">
              <a:latin typeface="Google"/>
            </a:rPr>
            <a:t> </a:t>
          </a:r>
          <a:r>
            <a:rPr lang="en-US" b="1">
              <a:latin typeface="Google"/>
            </a:rPr>
            <a:t>memory system</a:t>
          </a:r>
          <a:r>
            <a:rPr lang="en-US">
              <a:latin typeface="Google"/>
            </a:rPr>
            <a:t> enables LLMs to retain and recall information across multi-step workflows, ensuring </a:t>
          </a:r>
          <a:r>
            <a:rPr lang="en-US" b="1">
              <a:latin typeface="Google"/>
            </a:rPr>
            <a:t>context awareness</a:t>
          </a:r>
          <a:r>
            <a:rPr lang="en-US">
              <a:latin typeface="Google"/>
            </a:rPr>
            <a:t> and </a:t>
          </a:r>
          <a:r>
            <a:rPr lang="en-US" b="1" err="1">
              <a:latin typeface="Google"/>
            </a:rPr>
            <a:t>statefulness</a:t>
          </a:r>
          <a:r>
            <a:rPr lang="en-US">
              <a:latin typeface="Google"/>
            </a:rPr>
            <a:t>—crucial for building conversational and interactive applications.</a:t>
          </a:r>
          <a:endParaRPr lang="en-IN">
            <a:latin typeface="Google"/>
          </a:endParaRPr>
        </a:p>
      </dgm:t>
    </dgm:pt>
    <dgm:pt modelId="{7862AF33-521B-4C57-9853-68DBEF5681CD}" type="parTrans" cxnId="{FE6278AF-4A2D-4F69-9F1A-9007B0ACFBD6}">
      <dgm:prSet/>
      <dgm:spPr/>
      <dgm:t>
        <a:bodyPr/>
        <a:lstStyle/>
        <a:p>
          <a:endParaRPr lang="en-IN"/>
        </a:p>
      </dgm:t>
    </dgm:pt>
    <dgm:pt modelId="{E539EA79-1ACB-41DF-9460-3553EEA44F5D}" type="sibTrans" cxnId="{FE6278AF-4A2D-4F69-9F1A-9007B0ACFBD6}">
      <dgm:prSet/>
      <dgm:spPr/>
      <dgm:t>
        <a:bodyPr/>
        <a:lstStyle/>
        <a:p>
          <a:endParaRPr lang="en-IN"/>
        </a:p>
      </dgm:t>
    </dgm:pt>
    <dgm:pt modelId="{86917B74-9F21-42C8-B531-40E04EA5ADBB}" type="pres">
      <dgm:prSet presAssocID="{D8A90DD8-A75E-4855-8131-C1E4B8E56F15}" presName="linear" presStyleCnt="0">
        <dgm:presLayoutVars>
          <dgm:animLvl val="lvl"/>
          <dgm:resizeHandles val="exact"/>
        </dgm:presLayoutVars>
      </dgm:prSet>
      <dgm:spPr/>
    </dgm:pt>
    <dgm:pt modelId="{3BC38D49-DF30-4F63-B0B3-B0D1D0551601}" type="pres">
      <dgm:prSet presAssocID="{25338B14-180B-4417-99E2-2148FA0CD9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3CD21D-774E-429F-8B54-6DAFD58B6D81}" type="pres">
      <dgm:prSet presAssocID="{25338B14-180B-4417-99E2-2148FA0CD9E5}" presName="childText" presStyleLbl="revTx" presStyleIdx="0" presStyleCnt="2">
        <dgm:presLayoutVars>
          <dgm:bulletEnabled val="1"/>
        </dgm:presLayoutVars>
      </dgm:prSet>
      <dgm:spPr/>
    </dgm:pt>
    <dgm:pt modelId="{9880B38D-A91A-4642-9DE8-CB41CDC22194}" type="pres">
      <dgm:prSet presAssocID="{9845130F-1FD9-49F1-B246-48806F6BEC7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49FBE04-8618-4BB1-AD1E-98C2FBBFF191}" type="pres">
      <dgm:prSet presAssocID="{9845130F-1FD9-49F1-B246-48806F6BEC7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87FE40A-304C-4B3F-B4C6-2767A47ABF65}" type="presOf" srcId="{9845130F-1FD9-49F1-B246-48806F6BEC75}" destId="{9880B38D-A91A-4642-9DE8-CB41CDC22194}" srcOrd="0" destOrd="0" presId="urn:microsoft.com/office/officeart/2005/8/layout/vList2"/>
    <dgm:cxn modelId="{4A25180B-C563-42DD-B08B-49426E436E44}" type="presOf" srcId="{8C57307D-0D58-42D7-9AAE-5B2985CD1C43}" destId="{E49FBE04-8618-4BB1-AD1E-98C2FBBFF191}" srcOrd="0" destOrd="0" presId="urn:microsoft.com/office/officeart/2005/8/layout/vList2"/>
    <dgm:cxn modelId="{BB65B543-7D84-4C6D-ACFA-2EA41B1F956D}" type="presOf" srcId="{25338B14-180B-4417-99E2-2148FA0CD9E5}" destId="{3BC38D49-DF30-4F63-B0B3-B0D1D0551601}" srcOrd="0" destOrd="0" presId="urn:microsoft.com/office/officeart/2005/8/layout/vList2"/>
    <dgm:cxn modelId="{3A266782-540B-420E-9BAF-AD81281A7A6A}" srcId="{D8A90DD8-A75E-4855-8131-C1E4B8E56F15}" destId="{9845130F-1FD9-49F1-B246-48806F6BEC75}" srcOrd="1" destOrd="0" parTransId="{81552314-E5AB-4723-8190-3A1CD46AEA5C}" sibTransId="{5E2B0E5F-9C8A-4F9F-B795-6C14541D1884}"/>
    <dgm:cxn modelId="{5169AA85-00C9-4074-9DA9-8A1D82716303}" srcId="{25338B14-180B-4417-99E2-2148FA0CD9E5}" destId="{73B050E4-7D88-416B-A694-8A6CFF2DF0BE}" srcOrd="0" destOrd="0" parTransId="{834B770A-000F-4141-BC3E-68464FF3C65E}" sibTransId="{D530219A-5593-4D30-B0DB-C6E3EA2F6670}"/>
    <dgm:cxn modelId="{FE6278AF-4A2D-4F69-9F1A-9007B0ACFBD6}" srcId="{9845130F-1FD9-49F1-B246-48806F6BEC75}" destId="{8C57307D-0D58-42D7-9AAE-5B2985CD1C43}" srcOrd="0" destOrd="0" parTransId="{7862AF33-521B-4C57-9853-68DBEF5681CD}" sibTransId="{E539EA79-1ACB-41DF-9460-3553EEA44F5D}"/>
    <dgm:cxn modelId="{B20C39B3-22AA-4DCC-93DB-8198B9462F87}" type="presOf" srcId="{D8A90DD8-A75E-4855-8131-C1E4B8E56F15}" destId="{86917B74-9F21-42C8-B531-40E04EA5ADBB}" srcOrd="0" destOrd="0" presId="urn:microsoft.com/office/officeart/2005/8/layout/vList2"/>
    <dgm:cxn modelId="{2D16B6B8-8A33-4C52-BD96-207DFC9380AE}" type="presOf" srcId="{73B050E4-7D88-416B-A694-8A6CFF2DF0BE}" destId="{3B3CD21D-774E-429F-8B54-6DAFD58B6D81}" srcOrd="0" destOrd="0" presId="urn:microsoft.com/office/officeart/2005/8/layout/vList2"/>
    <dgm:cxn modelId="{E7CD0CDE-B180-4C0B-919F-5FFAE91542DD}" srcId="{D8A90DD8-A75E-4855-8131-C1E4B8E56F15}" destId="{25338B14-180B-4417-99E2-2148FA0CD9E5}" srcOrd="0" destOrd="0" parTransId="{B6CED526-9F92-4707-A50F-5B5B9F76015B}" sibTransId="{C965BE3B-3520-4582-AACE-630FDC1DA3A9}"/>
    <dgm:cxn modelId="{EEF6B900-1253-415D-A537-6F5B70D47E00}" type="presParOf" srcId="{86917B74-9F21-42C8-B531-40E04EA5ADBB}" destId="{3BC38D49-DF30-4F63-B0B3-B0D1D0551601}" srcOrd="0" destOrd="0" presId="urn:microsoft.com/office/officeart/2005/8/layout/vList2"/>
    <dgm:cxn modelId="{5DD87AFC-4895-4A01-92B8-1BAA61D8CC15}" type="presParOf" srcId="{86917B74-9F21-42C8-B531-40E04EA5ADBB}" destId="{3B3CD21D-774E-429F-8B54-6DAFD58B6D81}" srcOrd="1" destOrd="0" presId="urn:microsoft.com/office/officeart/2005/8/layout/vList2"/>
    <dgm:cxn modelId="{C7787361-6732-4728-A1DB-AADD5496E74B}" type="presParOf" srcId="{86917B74-9F21-42C8-B531-40E04EA5ADBB}" destId="{9880B38D-A91A-4642-9DE8-CB41CDC22194}" srcOrd="2" destOrd="0" presId="urn:microsoft.com/office/officeart/2005/8/layout/vList2"/>
    <dgm:cxn modelId="{0450D1C3-24BD-4A15-A196-EB4B2F155E56}" type="presParOf" srcId="{86917B74-9F21-42C8-B531-40E04EA5ADBB}" destId="{E49FBE04-8618-4BB1-AD1E-98C2FBBFF19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A0805-6320-42AF-9FE9-B431E7F0D1AD}">
      <dsp:nvSpPr>
        <dsp:cNvPr id="0" name=""/>
        <dsp:cNvSpPr/>
      </dsp:nvSpPr>
      <dsp:spPr>
        <a:xfrm>
          <a:off x="0" y="413581"/>
          <a:ext cx="10786997" cy="12647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LangChain</a:t>
          </a:r>
          <a:r>
            <a:rPr lang="en-US" sz="2300" kern="1200"/>
            <a:t> is an open-source framework for building applications powered by Large Language Models (LLMs). Available in </a:t>
          </a:r>
          <a:r>
            <a:rPr lang="en-US" sz="2300" b="1" kern="1200"/>
            <a:t>Python and JavaScript</a:t>
          </a:r>
          <a:r>
            <a:rPr lang="en-US" sz="2300" kern="1200"/>
            <a:t>, it offers tools and a unified environment to easily develop LLM-based solutions like </a:t>
          </a:r>
          <a:r>
            <a:rPr lang="en-US" sz="2300" b="1" kern="1200" err="1"/>
            <a:t>chatbots</a:t>
          </a:r>
          <a:r>
            <a:rPr lang="en-US" sz="2300" kern="1200"/>
            <a:t> and </a:t>
          </a:r>
          <a:r>
            <a:rPr lang="en-US" sz="2300" b="1" kern="1200"/>
            <a:t>virtual agents</a:t>
          </a:r>
          <a:r>
            <a:rPr lang="en-US" sz="2300" kern="1200"/>
            <a:t>.</a:t>
          </a:r>
          <a:endParaRPr lang="en-IN" sz="2300" kern="1200"/>
        </a:p>
      </dsp:txBody>
      <dsp:txXfrm>
        <a:off x="61741" y="475322"/>
        <a:ext cx="10663515" cy="1141288"/>
      </dsp:txXfrm>
    </dsp:sp>
    <dsp:sp modelId="{24103323-229D-4032-B462-6A2CA6DCEF5C}">
      <dsp:nvSpPr>
        <dsp:cNvPr id="0" name=""/>
        <dsp:cNvSpPr/>
      </dsp:nvSpPr>
      <dsp:spPr>
        <a:xfrm>
          <a:off x="0" y="1744591"/>
          <a:ext cx="10786997" cy="12647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Key features:</a:t>
          </a:r>
          <a:endParaRPr lang="en-IN" sz="2300" kern="1200"/>
        </a:p>
      </dsp:txBody>
      <dsp:txXfrm>
        <a:off x="61741" y="1806332"/>
        <a:ext cx="10663515" cy="1141288"/>
      </dsp:txXfrm>
    </dsp:sp>
    <dsp:sp modelId="{622E1345-4B1A-4AE5-94F7-CB8FD845A805}">
      <dsp:nvSpPr>
        <dsp:cNvPr id="0" name=""/>
        <dsp:cNvSpPr/>
      </dsp:nvSpPr>
      <dsp:spPr>
        <a:xfrm>
          <a:off x="0" y="3009361"/>
          <a:ext cx="10786997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48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Acts as a </a:t>
          </a:r>
          <a:r>
            <a:rPr lang="en-US" sz="1800" b="1" kern="1200"/>
            <a:t>universal interface</a:t>
          </a:r>
          <a:r>
            <a:rPr lang="en-US" sz="1800" kern="1200"/>
            <a:t> for different LLMs.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Modular design</a:t>
          </a:r>
          <a:r>
            <a:rPr lang="en-US" sz="1800" kern="1200"/>
            <a:t> allows easy swapping of prompts or models without major code changes.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Helps developers quickly build, test, and optimize LLM applications.</a:t>
          </a:r>
          <a:endParaRPr lang="en-IN" sz="1800" kern="1200"/>
        </a:p>
      </dsp:txBody>
      <dsp:txXfrm>
        <a:off x="0" y="3009361"/>
        <a:ext cx="10786997" cy="9283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CF3B9-11A8-41F5-990B-F8D88931810B}">
      <dsp:nvSpPr>
        <dsp:cNvPr id="0" name=""/>
        <dsp:cNvSpPr/>
      </dsp:nvSpPr>
      <dsp:spPr>
        <a:xfrm>
          <a:off x="0" y="955306"/>
          <a:ext cx="63016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C6660-89D7-4695-B1D8-3FE23167BE26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8FE98-44BD-4983-8F5E-12EBFF11007B}">
      <dsp:nvSpPr>
        <dsp:cNvPr id="0" name=""/>
        <dsp:cNvSpPr/>
      </dsp:nvSpPr>
      <dsp:spPr>
        <a:xfrm>
          <a:off x="2037007" y="955306"/>
          <a:ext cx="42645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This flexibility also enables building programs that utilize multiple LLMs together, such as one model for interpreting user queries and another for generating responses.</a:t>
          </a:r>
          <a:endParaRPr lang="en-IN" sz="1500" kern="1200"/>
        </a:p>
      </dsp:txBody>
      <dsp:txXfrm>
        <a:off x="2037007" y="955306"/>
        <a:ext cx="4264593" cy="1763642"/>
      </dsp:txXfrm>
    </dsp:sp>
    <dsp:sp modelId="{B68638A2-D9B8-4806-81EE-5564B8F8A5CC}">
      <dsp:nvSpPr>
        <dsp:cNvPr id="0" name=""/>
        <dsp:cNvSpPr/>
      </dsp:nvSpPr>
      <dsp:spPr>
        <a:xfrm>
          <a:off x="0" y="3159859"/>
          <a:ext cx="63016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60950-8D47-45AB-ACD4-0370FC050317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D9664-CD2B-430D-AA1D-C734D621FB14}">
      <dsp:nvSpPr>
        <dsp:cNvPr id="0" name=""/>
        <dsp:cNvSpPr/>
      </dsp:nvSpPr>
      <dsp:spPr>
        <a:xfrm>
          <a:off x="2037007" y="3159859"/>
          <a:ext cx="42645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way I see it, LangChain is filling an important gap – providing a common framework to build upon, so that innovators and creators don’t have to reinvent the wheel every time they want to leverage the power of LLM.</a:t>
          </a:r>
          <a:endParaRPr lang="en-IN" sz="1500" kern="1200"/>
        </a:p>
      </dsp:txBody>
      <dsp:txXfrm>
        <a:off x="2037007" y="3159859"/>
        <a:ext cx="4264593" cy="17636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10302-F161-4C08-9AC9-FAA2988499DD}">
      <dsp:nvSpPr>
        <dsp:cNvPr id="0" name=""/>
        <dsp:cNvSpPr/>
      </dsp:nvSpPr>
      <dsp:spPr>
        <a:xfrm>
          <a:off x="0" y="113049"/>
          <a:ext cx="10515600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Google"/>
            </a:rPr>
            <a:t>LLMs </a:t>
          </a:r>
          <a:endParaRPr lang="en-IN" sz="2800" kern="1200">
            <a:latin typeface="Google"/>
          </a:endParaRPr>
        </a:p>
      </dsp:txBody>
      <dsp:txXfrm>
        <a:off x="32784" y="145833"/>
        <a:ext cx="10450032" cy="606012"/>
      </dsp:txXfrm>
    </dsp:sp>
    <dsp:sp modelId="{8583B693-1CB5-4B5C-9914-0F595B79181B}">
      <dsp:nvSpPr>
        <dsp:cNvPr id="0" name=""/>
        <dsp:cNvSpPr/>
      </dsp:nvSpPr>
      <dsp:spPr>
        <a:xfrm>
          <a:off x="0" y="784629"/>
          <a:ext cx="10515600" cy="176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>
              <a:latin typeface="Google"/>
            </a:rPr>
            <a:t>LangChain enables seamless integration with LLMs from providers like </a:t>
          </a:r>
          <a:r>
            <a:rPr lang="en-US" sz="2200" kern="1200" err="1">
              <a:latin typeface="Google"/>
            </a:rPr>
            <a:t>OpenAI</a:t>
          </a:r>
          <a:r>
            <a:rPr lang="en-US" sz="2200" kern="1200">
              <a:latin typeface="Google"/>
            </a:rPr>
            <a:t>, Anthropic, and Google through a </a:t>
          </a:r>
          <a:r>
            <a:rPr lang="en-US" sz="2200" b="1" kern="1200">
              <a:latin typeface="Google"/>
            </a:rPr>
            <a:t>standardized interface</a:t>
          </a:r>
          <a:r>
            <a:rPr lang="en-US" sz="2200" kern="1200">
              <a:latin typeface="Google"/>
            </a:rPr>
            <a:t>, simplifying interactions by hiding the complexities of different APIs and data formats.</a:t>
          </a:r>
          <a:endParaRPr lang="en-IN" sz="2200" kern="1200">
            <a:latin typeface="Google"/>
          </a:endParaRP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200" kern="1200">
            <a:latin typeface="Google"/>
          </a:endParaRP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200" kern="1200">
            <a:latin typeface="Google"/>
          </a:endParaRPr>
        </a:p>
      </dsp:txBody>
      <dsp:txXfrm>
        <a:off x="0" y="784629"/>
        <a:ext cx="10515600" cy="1767780"/>
      </dsp:txXfrm>
    </dsp:sp>
    <dsp:sp modelId="{220FA6A7-9E54-4160-B0FF-97D1C7A9013C}">
      <dsp:nvSpPr>
        <dsp:cNvPr id="0" name=""/>
        <dsp:cNvSpPr/>
      </dsp:nvSpPr>
      <dsp:spPr>
        <a:xfrm>
          <a:off x="0" y="2552409"/>
          <a:ext cx="10515600" cy="6715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Google"/>
            </a:rPr>
            <a:t>Chains </a:t>
          </a:r>
          <a:endParaRPr lang="en-IN" sz="2800" kern="1200">
            <a:latin typeface="Google"/>
          </a:endParaRPr>
        </a:p>
      </dsp:txBody>
      <dsp:txXfrm>
        <a:off x="32784" y="2585193"/>
        <a:ext cx="10450032" cy="606012"/>
      </dsp:txXfrm>
    </dsp:sp>
    <dsp:sp modelId="{1F1332FD-3361-430F-9207-C3A7DFB83B6A}">
      <dsp:nvSpPr>
        <dsp:cNvPr id="0" name=""/>
        <dsp:cNvSpPr/>
      </dsp:nvSpPr>
      <dsp:spPr>
        <a:xfrm>
          <a:off x="0" y="3223989"/>
          <a:ext cx="10515600" cy="1014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>
              <a:latin typeface="Google"/>
            </a:rPr>
            <a:t>Chains</a:t>
          </a:r>
          <a:r>
            <a:rPr lang="en-US" sz="2200" kern="1200">
              <a:latin typeface="Google"/>
            </a:rPr>
            <a:t> in LangChain are sequences of LLM-powered steps that form complex workflows. They let developers connect multiple operations—like extracting data and generating responses—enabling more advanced natural language processing tasks.</a:t>
          </a:r>
          <a:endParaRPr lang="en-IN" sz="2200" kern="1200">
            <a:latin typeface="Google"/>
          </a:endParaRPr>
        </a:p>
      </dsp:txBody>
      <dsp:txXfrm>
        <a:off x="0" y="3223989"/>
        <a:ext cx="10515600" cy="10143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38D49-DF30-4F63-B0B3-B0D1D0551601}">
      <dsp:nvSpPr>
        <dsp:cNvPr id="0" name=""/>
        <dsp:cNvSpPr/>
      </dsp:nvSpPr>
      <dsp:spPr>
        <a:xfrm>
          <a:off x="0" y="259860"/>
          <a:ext cx="6900512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Google"/>
            </a:rPr>
            <a:t>Agents </a:t>
          </a:r>
          <a:endParaRPr lang="en-IN" sz="3100" kern="1200">
            <a:latin typeface="Google"/>
          </a:endParaRPr>
        </a:p>
      </dsp:txBody>
      <dsp:txXfrm>
        <a:off x="36296" y="296156"/>
        <a:ext cx="6827920" cy="670943"/>
      </dsp:txXfrm>
    </dsp:sp>
    <dsp:sp modelId="{3B3CD21D-774E-429F-8B54-6DAFD58B6D81}">
      <dsp:nvSpPr>
        <dsp:cNvPr id="0" name=""/>
        <dsp:cNvSpPr/>
      </dsp:nvSpPr>
      <dsp:spPr>
        <a:xfrm>
          <a:off x="0" y="1003395"/>
          <a:ext cx="6900512" cy="1764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39370" rIns="220472" bIns="3937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kern="1200">
              <a:latin typeface="Google"/>
            </a:rPr>
            <a:t>Agents</a:t>
          </a:r>
          <a:r>
            <a:rPr lang="en-US" sz="2400" kern="1200">
              <a:latin typeface="Google"/>
            </a:rPr>
            <a:t> are advanced LangChain components that build on Chains to handle complex, goal-driven tasks autonomously. They manage logic, memory, and workflows, enabling the creation of intelligent, context-aware LLM-powered actors.</a:t>
          </a:r>
          <a:endParaRPr lang="en-IN" sz="2400" kern="1200">
            <a:latin typeface="Google"/>
          </a:endParaRPr>
        </a:p>
      </dsp:txBody>
      <dsp:txXfrm>
        <a:off x="0" y="1003395"/>
        <a:ext cx="6900512" cy="1764675"/>
      </dsp:txXfrm>
    </dsp:sp>
    <dsp:sp modelId="{9880B38D-A91A-4642-9DE8-CB41CDC22194}">
      <dsp:nvSpPr>
        <dsp:cNvPr id="0" name=""/>
        <dsp:cNvSpPr/>
      </dsp:nvSpPr>
      <dsp:spPr>
        <a:xfrm>
          <a:off x="0" y="2768070"/>
          <a:ext cx="6900512" cy="74353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Google"/>
            </a:rPr>
            <a:t>Memory </a:t>
          </a:r>
          <a:endParaRPr lang="en-IN" sz="3100" kern="1200">
            <a:latin typeface="Google"/>
          </a:endParaRPr>
        </a:p>
      </dsp:txBody>
      <dsp:txXfrm>
        <a:off x="36296" y="2804366"/>
        <a:ext cx="6827920" cy="670943"/>
      </dsp:txXfrm>
    </dsp:sp>
    <dsp:sp modelId="{E49FBE04-8618-4BB1-AD1E-98C2FBBFF191}">
      <dsp:nvSpPr>
        <dsp:cNvPr id="0" name=""/>
        <dsp:cNvSpPr/>
      </dsp:nvSpPr>
      <dsp:spPr>
        <a:xfrm>
          <a:off x="0" y="3511605"/>
          <a:ext cx="6900512" cy="1764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39370" rIns="220472" bIns="3937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err="1">
              <a:latin typeface="Google"/>
            </a:rPr>
            <a:t>LangChain's</a:t>
          </a:r>
          <a:r>
            <a:rPr lang="en-US" sz="2400" kern="1200">
              <a:latin typeface="Google"/>
            </a:rPr>
            <a:t> </a:t>
          </a:r>
          <a:r>
            <a:rPr lang="en-US" sz="2400" b="1" kern="1200">
              <a:latin typeface="Google"/>
            </a:rPr>
            <a:t>memory system</a:t>
          </a:r>
          <a:r>
            <a:rPr lang="en-US" sz="2400" kern="1200">
              <a:latin typeface="Google"/>
            </a:rPr>
            <a:t> enables LLMs to retain and recall information across multi-step workflows, ensuring </a:t>
          </a:r>
          <a:r>
            <a:rPr lang="en-US" sz="2400" b="1" kern="1200">
              <a:latin typeface="Google"/>
            </a:rPr>
            <a:t>context awareness</a:t>
          </a:r>
          <a:r>
            <a:rPr lang="en-US" sz="2400" kern="1200">
              <a:latin typeface="Google"/>
            </a:rPr>
            <a:t> and </a:t>
          </a:r>
          <a:r>
            <a:rPr lang="en-US" sz="2400" b="1" kern="1200" err="1">
              <a:latin typeface="Google"/>
            </a:rPr>
            <a:t>statefulness</a:t>
          </a:r>
          <a:r>
            <a:rPr lang="en-US" sz="2400" kern="1200">
              <a:latin typeface="Google"/>
            </a:rPr>
            <a:t>—crucial for building conversational and interactive applications.</a:t>
          </a:r>
          <a:endParaRPr lang="en-IN" sz="2400" kern="1200">
            <a:latin typeface="Google"/>
          </a:endParaRPr>
        </a:p>
      </dsp:txBody>
      <dsp:txXfrm>
        <a:off x="0" y="3511605"/>
        <a:ext cx="6900512" cy="1764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#3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A384C-B840-4696-AA4A-ACE32A0B7DE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29605-A48F-4326-A0E4-0E33EFDB4C2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US" sz="5000" b="1">
                <a:solidFill>
                  <a:schemeClr val="bg1"/>
                </a:solidFill>
                <a:latin typeface="Google"/>
              </a:rPr>
              <a:t>Langchain</a:t>
            </a:r>
            <a:endParaRPr lang="en-IN" sz="5000" b="1">
              <a:solidFill>
                <a:schemeClr val="bg1"/>
              </a:solidFill>
              <a:latin typeface="Googl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/>
          </a:blip>
          <a:srcRect t="28187" r="-1" b="176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t="16299" r="-1" b="14440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5219"/>
            <a:ext cx="53959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Deep Dive into Langchain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B60972-DFAD-C2B5-E132-0248A57A87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>
                <a:latin typeface="Google"/>
              </a:rPr>
              <a:t>What is LangChain?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443901"/>
              </p:ext>
            </p:extLst>
          </p:nvPr>
        </p:nvGraphicFramePr>
        <p:xfrm>
          <a:off x="838200" y="1825625"/>
          <a:ext cx="1078699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Google"/>
              </a:rPr>
              <a:t>What is LangChain?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37380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IN" sz="5200" b="1">
                <a:latin typeface="Google"/>
              </a:rPr>
              <a:t>How Does LangChain Work?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55794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179" y="640823"/>
            <a:ext cx="3533480" cy="5541395"/>
          </a:xfrm>
        </p:spPr>
        <p:txBody>
          <a:bodyPr anchor="ctr">
            <a:normAutofit/>
          </a:bodyPr>
          <a:lstStyle/>
          <a:p>
            <a:r>
              <a:rPr lang="en-IN" sz="5400" b="1">
                <a:latin typeface="Google"/>
              </a:rPr>
              <a:t>How Does LangChain Work?</a:t>
            </a:r>
            <a:endParaRPr lang="en-IN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31402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GB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langchain workflow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442285" y="467208"/>
            <a:ext cx="5346034" cy="5923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3002</Words>
  <Application>Microsoft Office PowerPoint</Application>
  <PresentationFormat>Widescreen</PresentationFormat>
  <Paragraphs>104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Langchain</vt:lpstr>
      <vt:lpstr>Deep Dive into Langchain</vt:lpstr>
      <vt:lpstr>What is LangChain?</vt:lpstr>
      <vt:lpstr>What is LangChain?</vt:lpstr>
      <vt:lpstr>How Does LangChain Work?</vt:lpstr>
      <vt:lpstr>How Does LangChain Work?</vt:lpstr>
      <vt:lpstr>langchain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LangGraph Techniques</dc:title>
  <dc:creator>Microsoft account</dc:creator>
  <cp:lastModifiedBy>HP</cp:lastModifiedBy>
  <cp:revision>27</cp:revision>
  <dcterms:created xsi:type="dcterms:W3CDTF">2025-06-15T11:30:00Z</dcterms:created>
  <dcterms:modified xsi:type="dcterms:W3CDTF">2025-12-02T11:58:46Z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423EADA4CBBF4C87BE174B82EB486D51_12</vt:lpwstr>
  </property>
  <property fmtid="{D5CDD505-2E9C-101B-9397-08002B2CF9AE}" pid="3" name="KSOProductBuildVer">
    <vt:lpwstr>2057-12.2.0.21936</vt:lpwstr>
  </property>
</Properties>
</file>