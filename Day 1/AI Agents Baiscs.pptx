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99" r:id="rId2"/>
    <p:sldId id="270" r:id="rId3"/>
    <p:sldId id="271" r:id="rId4"/>
    <p:sldId id="274" r:id="rId5"/>
    <p:sldId id="280" r:id="rId6"/>
    <p:sldId id="275" r:id="rId7"/>
    <p:sldId id="276" r:id="rId8"/>
    <p:sldId id="401" r:id="rId9"/>
    <p:sldId id="373" r:id="rId10"/>
    <p:sldId id="375" r:id="rId11"/>
    <p:sldId id="376" r:id="rId12"/>
    <p:sldId id="374" r:id="rId13"/>
    <p:sldId id="377" r:id="rId14"/>
    <p:sldId id="378" r:id="rId15"/>
    <p:sldId id="379" r:id="rId16"/>
    <p:sldId id="380" r:id="rId17"/>
    <p:sldId id="381" r:id="rId18"/>
    <p:sldId id="382" r:id="rId19"/>
    <p:sldId id="402" r:id="rId20"/>
    <p:sldId id="40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8AC972-AF69-3476-0111-CF24D03B421D}" v="148" dt="2025-12-03T04:28:27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Dalal" userId="S::harsh.dalal@bluedataconsulting.in::b955d4cd-8966-4207-a182-07fe202de296" providerId="AD" clId="Web-{3C8AC972-AF69-3476-0111-CF24D03B421D}"/>
    <pc:docChg chg="addSld delSld modSld">
      <pc:chgData name="Harsh Dalal" userId="S::harsh.dalal@bluedataconsulting.in::b955d4cd-8966-4207-a182-07fe202de296" providerId="AD" clId="Web-{3C8AC972-AF69-3476-0111-CF24D03B421D}" dt="2025-12-03T04:28:31.290" v="172"/>
      <pc:docMkLst>
        <pc:docMk/>
      </pc:docMkLst>
      <pc:sldChg chg="del">
        <pc:chgData name="Harsh Dalal" userId="S::harsh.dalal@bluedataconsulting.in::b955d4cd-8966-4207-a182-07fe202de296" providerId="AD" clId="Web-{3C8AC972-AF69-3476-0111-CF24D03B421D}" dt="2025-12-03T04:22:31.038" v="53"/>
        <pc:sldMkLst>
          <pc:docMk/>
          <pc:sldMk cId="0" sldId="26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2"/>
        <pc:sldMkLst>
          <pc:docMk/>
          <pc:sldMk cId="0" sldId="26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1"/>
        <pc:sldMkLst>
          <pc:docMk/>
          <pc:sldMk cId="0" sldId="26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0"/>
        <pc:sldMkLst>
          <pc:docMk/>
          <pc:sldMk cId="0" sldId="26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49"/>
        <pc:sldMkLst>
          <pc:docMk/>
          <pc:sldMk cId="0" sldId="26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8"/>
        <pc:sldMkLst>
          <pc:docMk/>
          <pc:sldMk cId="0" sldId="26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7"/>
        <pc:sldMkLst>
          <pc:docMk/>
          <pc:sldMk cId="0" sldId="26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6"/>
        <pc:sldMkLst>
          <pc:docMk/>
          <pc:sldMk cId="0" sldId="26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1:40.413" v="0"/>
        <pc:sldMkLst>
          <pc:docMk/>
          <pc:sldMk cId="0" sldId="268"/>
        </pc:sldMkLst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3:21.351" v="123"/>
        <pc:sldMkLst>
          <pc:docMk/>
          <pc:sldMk cId="0" sldId="270"/>
        </pc:sldMkLst>
        <pc:spChg chg="mod">
          <ac:chgData name="Harsh Dalal" userId="S::harsh.dalal@bluedataconsulting.in::b955d4cd-8966-4207-a182-07fe202de296" providerId="AD" clId="Web-{3C8AC972-AF69-3476-0111-CF24D03B421D}" dt="2025-12-03T04:23:21.351" v="123"/>
          <ac:spMkLst>
            <pc:docMk/>
            <pc:sldMk cId="0" sldId="270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3C8AC972-AF69-3476-0111-CF24D03B421D}" dt="2025-12-03T04:23:21.351" v="123"/>
          <ac:spMkLst>
            <pc:docMk/>
            <pc:sldMk cId="0" sldId="270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3:14.913" v="118"/>
          <ac:spMkLst>
            <pc:docMk/>
            <pc:sldMk cId="0" sldId="270"/>
            <ac:spMk id="9" creationId="{1A95671B-3CC6-4792-9114-B74FAEA224E6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3:17.820" v="120"/>
          <ac:spMkLst>
            <pc:docMk/>
            <pc:sldMk cId="0" sldId="270"/>
            <ac:spMk id="11" creationId="{71F2038E-D777-4B76-81DD-DD13EE91B9DD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3:17.820" v="120"/>
          <ac:spMkLst>
            <pc:docMk/>
            <pc:sldMk cId="0" sldId="270"/>
            <ac:spMk id="12" creationId="{B6FACB3C-9069-4791-BC5C-0DB7CD19B853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3:21.335" v="122"/>
          <ac:spMkLst>
            <pc:docMk/>
            <pc:sldMk cId="0" sldId="270"/>
            <ac:spMk id="19" creationId="{1A95671B-3CC6-4792-9114-B74FAEA224E6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21.351" v="123"/>
          <ac:spMkLst>
            <pc:docMk/>
            <pc:sldMk cId="0" sldId="270"/>
            <ac:spMk id="21" creationId="{131BAD53-4E89-4F62-BBB7-26359763ED39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21.351" v="123"/>
          <ac:spMkLst>
            <pc:docMk/>
            <pc:sldMk cId="0" sldId="270"/>
            <ac:spMk id="22" creationId="{62756DA2-40EB-4C6F-B962-5822FFB54FB6}"/>
          </ac:spMkLst>
        </pc:spChg>
        <pc:grpChg chg="add del">
          <ac:chgData name="Harsh Dalal" userId="S::harsh.dalal@bluedataconsulting.in::b955d4cd-8966-4207-a182-07fe202de296" providerId="AD" clId="Web-{3C8AC972-AF69-3476-0111-CF24D03B421D}" dt="2025-12-03T04:23:17.820" v="120"/>
          <ac:grpSpMkLst>
            <pc:docMk/>
            <pc:sldMk cId="0" sldId="270"/>
            <ac:grpSpMk id="13" creationId="{DD354807-230F-4402-B1B9-F733A8F1F190}"/>
          </ac:grpSpMkLst>
        </pc:grpChg>
        <pc:picChg chg="mod">
          <ac:chgData name="Harsh Dalal" userId="S::harsh.dalal@bluedataconsulting.in::b955d4cd-8966-4207-a182-07fe202de296" providerId="AD" clId="Web-{3C8AC972-AF69-3476-0111-CF24D03B421D}" dt="2025-12-03T04:23:21.351" v="123"/>
          <ac:picMkLst>
            <pc:docMk/>
            <pc:sldMk cId="0" sldId="270"/>
            <ac:picMk id="4" creationId="{00000000-0000-0000-0000-000000000000}"/>
          </ac:picMkLst>
        </pc:picChg>
      </pc:sldChg>
      <pc:sldChg chg="addSp modSp mod setBg">
        <pc:chgData name="Harsh Dalal" userId="S::harsh.dalal@bluedataconsulting.in::b955d4cd-8966-4207-a182-07fe202de296" providerId="AD" clId="Web-{3C8AC972-AF69-3476-0111-CF24D03B421D}" dt="2025-12-03T04:23:27.179" v="124"/>
        <pc:sldMkLst>
          <pc:docMk/>
          <pc:sldMk cId="0" sldId="271"/>
        </pc:sldMkLst>
        <pc:spChg chg="mod">
          <ac:chgData name="Harsh Dalal" userId="S::harsh.dalal@bluedataconsulting.in::b955d4cd-8966-4207-a182-07fe202de296" providerId="AD" clId="Web-{3C8AC972-AF69-3476-0111-CF24D03B421D}" dt="2025-12-03T04:23:27.179" v="124"/>
          <ac:spMkLst>
            <pc:docMk/>
            <pc:sldMk cId="0" sldId="271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3C8AC972-AF69-3476-0111-CF24D03B421D}" dt="2025-12-03T04:23:27.179" v="124"/>
          <ac:spMkLst>
            <pc:docMk/>
            <pc:sldMk cId="0" sldId="271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27.179" v="124"/>
          <ac:spMkLst>
            <pc:docMk/>
            <pc:sldMk cId="0" sldId="271"/>
            <ac:spMk id="9" creationId="{C0763A76-9F1C-4FC5-82B7-DD475DA461B2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27.179" v="124"/>
          <ac:spMkLst>
            <pc:docMk/>
            <pc:sldMk cId="0" sldId="271"/>
            <ac:spMk id="11" creationId="{E81BF4F6-F2CF-4984-9D14-D6966D92F99F}"/>
          </ac:spMkLst>
        </pc:spChg>
        <pc:picChg chg="add">
          <ac:chgData name="Harsh Dalal" userId="S::harsh.dalal@bluedataconsulting.in::b955d4cd-8966-4207-a182-07fe202de296" providerId="AD" clId="Web-{3C8AC972-AF69-3476-0111-CF24D03B421D}" dt="2025-12-03T04:23:27.179" v="124"/>
          <ac:picMkLst>
            <pc:docMk/>
            <pc:sldMk cId="0" sldId="271"/>
            <ac:picMk id="5" creationId="{F422027A-46C0-C795-68CA-4E384002CDC8}"/>
          </ac:picMkLst>
        </pc:picChg>
      </pc:sldChg>
      <pc:sldChg chg="del">
        <pc:chgData name="Harsh Dalal" userId="S::harsh.dalal@bluedataconsulting.in::b955d4cd-8966-4207-a182-07fe202de296" providerId="AD" clId="Web-{3C8AC972-AF69-3476-0111-CF24D03B421D}" dt="2025-12-03T04:22:31.163" v="100"/>
        <pc:sldMkLst>
          <pc:docMk/>
          <pc:sldMk cId="0" sldId="27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47" v="99"/>
        <pc:sldMkLst>
          <pc:docMk/>
          <pc:sldMk cId="0" sldId="273"/>
        </pc:sldMkLst>
      </pc:sldChg>
      <pc:sldChg chg="addSp modSp mod setBg">
        <pc:chgData name="Harsh Dalal" userId="S::harsh.dalal@bluedataconsulting.in::b955d4cd-8966-4207-a182-07fe202de296" providerId="AD" clId="Web-{3C8AC972-AF69-3476-0111-CF24D03B421D}" dt="2025-12-03T04:23:34.523" v="125"/>
        <pc:sldMkLst>
          <pc:docMk/>
          <pc:sldMk cId="0" sldId="274"/>
        </pc:sldMkLst>
        <pc:spChg chg="mod">
          <ac:chgData name="Harsh Dalal" userId="S::harsh.dalal@bluedataconsulting.in::b955d4cd-8966-4207-a182-07fe202de296" providerId="AD" clId="Web-{3C8AC972-AF69-3476-0111-CF24D03B421D}" dt="2025-12-03T04:23:34.523" v="125"/>
          <ac:spMkLst>
            <pc:docMk/>
            <pc:sldMk cId="0" sldId="274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34.523" v="125"/>
          <ac:spMkLst>
            <pc:docMk/>
            <pc:sldMk cId="0" sldId="274"/>
            <ac:spMk id="9" creationId="{D12DDE76-C203-4047-9998-63900085B5E8}"/>
          </ac:spMkLst>
        </pc:spChg>
        <pc:picChg chg="mod">
          <ac:chgData name="Harsh Dalal" userId="S::harsh.dalal@bluedataconsulting.in::b955d4cd-8966-4207-a182-07fe202de296" providerId="AD" clId="Web-{3C8AC972-AF69-3476-0111-CF24D03B421D}" dt="2025-12-03T04:23:34.523" v="125"/>
          <ac:picMkLst>
            <pc:docMk/>
            <pc:sldMk cId="0" sldId="274"/>
            <ac:picMk id="4" creationId="{00000000-0000-0000-0000-000000000000}"/>
          </ac:picMkLst>
        </pc:picChg>
      </pc:sldChg>
      <pc:sldChg chg="addSp modSp mod setBg">
        <pc:chgData name="Harsh Dalal" userId="S::harsh.dalal@bluedataconsulting.in::b955d4cd-8966-4207-a182-07fe202de296" providerId="AD" clId="Web-{3C8AC972-AF69-3476-0111-CF24D03B421D}" dt="2025-12-03T04:24:02.570" v="129" actId="14100"/>
        <pc:sldMkLst>
          <pc:docMk/>
          <pc:sldMk cId="0" sldId="275"/>
        </pc:sldMkLst>
        <pc:spChg chg="mod">
          <ac:chgData name="Harsh Dalal" userId="S::harsh.dalal@bluedataconsulting.in::b955d4cd-8966-4207-a182-07fe202de296" providerId="AD" clId="Web-{3C8AC972-AF69-3476-0111-CF24D03B421D}" dt="2025-12-03T04:24:02.570" v="129" actId="14100"/>
          <ac:spMkLst>
            <pc:docMk/>
            <pc:sldMk cId="0" sldId="275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52.226" v="128"/>
          <ac:spMkLst>
            <pc:docMk/>
            <pc:sldMk cId="0" sldId="275"/>
            <ac:spMk id="9" creationId="{2E442304-DDBD-4F7B-8017-36BCC863FB4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52.226" v="128"/>
          <ac:spMkLst>
            <pc:docMk/>
            <pc:sldMk cId="0" sldId="275"/>
            <ac:spMk id="11" creationId="{5E107275-3853-46FD-A241-DE4355A42675}"/>
          </ac:spMkLst>
        </pc:spChg>
        <pc:graphicFrameChg chg="mod modGraphic">
          <ac:chgData name="Harsh Dalal" userId="S::harsh.dalal@bluedataconsulting.in::b955d4cd-8966-4207-a182-07fe202de296" providerId="AD" clId="Web-{3C8AC972-AF69-3476-0111-CF24D03B421D}" dt="2025-12-03T04:23:52.226" v="128"/>
          <ac:graphicFrameMkLst>
            <pc:docMk/>
            <pc:sldMk cId="0" sldId="275"/>
            <ac:graphicFrameMk id="4" creationId="{00000000-0000-0000-0000-000000000000}"/>
          </ac:graphicFrameMkLst>
        </pc:graphicFrameChg>
      </pc:sldChg>
      <pc:sldChg chg="addSp modSp mod setBg">
        <pc:chgData name="Harsh Dalal" userId="S::harsh.dalal@bluedataconsulting.in::b955d4cd-8966-4207-a182-07fe202de296" providerId="AD" clId="Web-{3C8AC972-AF69-3476-0111-CF24D03B421D}" dt="2025-12-03T04:24:08.898" v="130"/>
        <pc:sldMkLst>
          <pc:docMk/>
          <pc:sldMk cId="0" sldId="276"/>
        </pc:sldMkLst>
        <pc:spChg chg="mod">
          <ac:chgData name="Harsh Dalal" userId="S::harsh.dalal@bluedataconsulting.in::b955d4cd-8966-4207-a182-07fe202de296" providerId="AD" clId="Web-{3C8AC972-AF69-3476-0111-CF24D03B421D}" dt="2025-12-03T04:24:08.898" v="130"/>
          <ac:spMkLst>
            <pc:docMk/>
            <pc:sldMk cId="0" sldId="276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4:08.898" v="130"/>
          <ac:spMkLst>
            <pc:docMk/>
            <pc:sldMk cId="0" sldId="276"/>
            <ac:spMk id="9" creationId="{2E442304-DDBD-4F7B-8017-36BCC863FB4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4:08.898" v="130"/>
          <ac:spMkLst>
            <pc:docMk/>
            <pc:sldMk cId="0" sldId="276"/>
            <ac:spMk id="11" creationId="{5E107275-3853-46FD-A241-DE4355A42675}"/>
          </ac:spMkLst>
        </pc:spChg>
        <pc:graphicFrameChg chg="mod modGraphic">
          <ac:chgData name="Harsh Dalal" userId="S::harsh.dalal@bluedataconsulting.in::b955d4cd-8966-4207-a182-07fe202de296" providerId="AD" clId="Web-{3C8AC972-AF69-3476-0111-CF24D03B421D}" dt="2025-12-03T04:24:08.898" v="130"/>
          <ac:graphicFrameMkLst>
            <pc:docMk/>
            <pc:sldMk cId="0" sldId="276"/>
            <ac:graphicFrameMk id="4" creationId="{00000000-0000-0000-0000-000000000000}"/>
          </ac:graphicFrameMkLst>
        </pc:graphicFrameChg>
      </pc:sldChg>
      <pc:sldChg chg="del">
        <pc:chgData name="Harsh Dalal" userId="S::harsh.dalal@bluedataconsulting.in::b955d4cd-8966-4207-a182-07fe202de296" providerId="AD" clId="Web-{3C8AC972-AF69-3476-0111-CF24D03B421D}" dt="2025-12-03T04:24:15.836" v="131"/>
        <pc:sldMkLst>
          <pc:docMk/>
          <pc:sldMk cId="0" sldId="27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63" v="102"/>
        <pc:sldMkLst>
          <pc:docMk/>
          <pc:sldMk cId="0" sldId="27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4:18.008" v="132"/>
        <pc:sldMkLst>
          <pc:docMk/>
          <pc:sldMk cId="0" sldId="279"/>
        </pc:sldMkLst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3:40.539" v="127"/>
        <pc:sldMkLst>
          <pc:docMk/>
          <pc:sldMk cId="0" sldId="280"/>
        </pc:sldMkLst>
        <pc:spChg chg="del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9" creationId="{F3060C83-F051-4F0E-ABAD-AA0DFC48B218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11" creationId="{83C98ABE-055B-441F-B07E-44F97F083C39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13" creationId="{29FDB030-9B49-4CED-8CCD-4D99382388AC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15" creationId="{3783CA14-24A1-485C-8B30-D6A5D87987AD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17" creationId="{9A97C86A-04D6-40F7-AE84-31AB43E6A846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19" creationId="{FF9F2414-84E8-453E-B1F3-389FDE8192D9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40.539" v="127"/>
          <ac:spMkLst>
            <pc:docMk/>
            <pc:sldMk cId="0" sldId="280"/>
            <ac:spMk id="21" creationId="{3ECA69A1-7536-43AC-85EF-C7106179F5ED}"/>
          </ac:spMkLst>
        </pc:spChg>
        <pc:picChg chg="del mod replId">
          <ac:chgData name="Harsh Dalal" userId="S::harsh.dalal@bluedataconsulting.in::b955d4cd-8966-4207-a182-07fe202de296" providerId="AD" clId="Web-{3C8AC972-AF69-3476-0111-CF24D03B421D}" dt="2025-12-03T04:23:40.539" v="127"/>
          <ac:picMkLst>
            <pc:docMk/>
            <pc:sldMk cId="0" sldId="280"/>
            <ac:picMk id="6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3C8AC972-AF69-3476-0111-CF24D03B421D}" dt="2025-12-03T04:22:31.147" v="98"/>
        <pc:sldMkLst>
          <pc:docMk/>
          <pc:sldMk cId="0" sldId="28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47" v="97"/>
        <pc:sldMkLst>
          <pc:docMk/>
          <pc:sldMk cId="0" sldId="28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47" v="95"/>
        <pc:sldMkLst>
          <pc:docMk/>
          <pc:sldMk cId="0" sldId="28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93"/>
        <pc:sldMkLst>
          <pc:docMk/>
          <pc:sldMk cId="0" sldId="28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91"/>
        <pc:sldMkLst>
          <pc:docMk/>
          <pc:sldMk cId="0" sldId="28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90"/>
        <pc:sldMkLst>
          <pc:docMk/>
          <pc:sldMk cId="0" sldId="28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89"/>
        <pc:sldMkLst>
          <pc:docMk/>
          <pc:sldMk cId="0" sldId="28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5"/>
        <pc:sldMkLst>
          <pc:docMk/>
          <pc:sldMk cId="0" sldId="29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4"/>
        <pc:sldMkLst>
          <pc:docMk/>
          <pc:sldMk cId="0" sldId="29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3"/>
        <pc:sldMkLst>
          <pc:docMk/>
          <pc:sldMk cId="0" sldId="29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69" v="70"/>
        <pc:sldMkLst>
          <pc:docMk/>
          <pc:sldMk cId="0" sldId="29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2"/>
        <pc:sldMkLst>
          <pc:docMk/>
          <pc:sldMk cId="0" sldId="29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69" v="71"/>
        <pc:sldMkLst>
          <pc:docMk/>
          <pc:sldMk cId="0" sldId="29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69" v="69"/>
        <pc:sldMkLst>
          <pc:docMk/>
          <pc:sldMk cId="0" sldId="29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69" v="68"/>
        <pc:sldMkLst>
          <pc:docMk/>
          <pc:sldMk cId="0" sldId="29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69" v="67"/>
        <pc:sldMkLst>
          <pc:docMk/>
          <pc:sldMk cId="0" sldId="29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6"/>
        <pc:sldMkLst>
          <pc:docMk/>
          <pc:sldMk cId="0" sldId="30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1"/>
        <pc:sldMkLst>
          <pc:docMk/>
          <pc:sldMk cId="0" sldId="30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01" v="80"/>
        <pc:sldMkLst>
          <pc:docMk/>
          <pc:sldMk cId="0" sldId="30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01" v="79"/>
        <pc:sldMkLst>
          <pc:docMk/>
          <pc:sldMk cId="0" sldId="30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01" v="78"/>
        <pc:sldMkLst>
          <pc:docMk/>
          <pc:sldMk cId="0" sldId="30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7"/>
        <pc:sldMkLst>
          <pc:docMk/>
          <pc:sldMk cId="0" sldId="30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6"/>
        <pc:sldMkLst>
          <pc:docMk/>
          <pc:sldMk cId="0" sldId="30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4"/>
        <pc:sldMkLst>
          <pc:docMk/>
          <pc:sldMk cId="0" sldId="30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3"/>
        <pc:sldMkLst>
          <pc:docMk/>
          <pc:sldMk cId="0" sldId="31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2"/>
        <pc:sldMkLst>
          <pc:docMk/>
          <pc:sldMk cId="0" sldId="31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1"/>
        <pc:sldMkLst>
          <pc:docMk/>
          <pc:sldMk cId="0" sldId="31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0"/>
        <pc:sldMkLst>
          <pc:docMk/>
          <pc:sldMk cId="0" sldId="31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29"/>
        <pc:sldMkLst>
          <pc:docMk/>
          <pc:sldMk cId="0" sldId="31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8"/>
        <pc:sldMkLst>
          <pc:docMk/>
          <pc:sldMk cId="0" sldId="31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14"/>
        <pc:sldMkLst>
          <pc:docMk/>
          <pc:sldMk cId="0" sldId="31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13"/>
        <pc:sldMkLst>
          <pc:docMk/>
          <pc:sldMk cId="0" sldId="31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12"/>
        <pc:sldMkLst>
          <pc:docMk/>
          <pc:sldMk cId="0" sldId="31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11"/>
        <pc:sldMkLst>
          <pc:docMk/>
          <pc:sldMk cId="0" sldId="32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08"/>
        <pc:sldMkLst>
          <pc:docMk/>
          <pc:sldMk cId="0" sldId="32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63" v="106"/>
        <pc:sldMkLst>
          <pc:docMk/>
          <pc:sldMk cId="0" sldId="32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09"/>
        <pc:sldMkLst>
          <pc:docMk/>
          <pc:sldMk cId="0" sldId="32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79" v="107"/>
        <pc:sldMkLst>
          <pc:docMk/>
          <pc:sldMk cId="0" sldId="32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63" v="105"/>
        <pc:sldMkLst>
          <pc:docMk/>
          <pc:sldMk cId="0" sldId="32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63" v="104"/>
        <pc:sldMkLst>
          <pc:docMk/>
          <pc:sldMk cId="0" sldId="32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3"/>
        <pc:sldMkLst>
          <pc:docMk/>
          <pc:sldMk cId="0" sldId="33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2"/>
        <pc:sldMkLst>
          <pc:docMk/>
          <pc:sldMk cId="0" sldId="33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21"/>
        <pc:sldMkLst>
          <pc:docMk/>
          <pc:sldMk cId="0" sldId="33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20"/>
        <pc:sldMkLst>
          <pc:docMk/>
          <pc:sldMk cId="0" sldId="33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18"/>
        <pc:sldMkLst>
          <pc:docMk/>
          <pc:sldMk cId="0" sldId="33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16"/>
        <pc:sldMkLst>
          <pc:docMk/>
          <pc:sldMk cId="0" sldId="33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5"/>
        <pc:sldMkLst>
          <pc:docMk/>
          <pc:sldMk cId="0" sldId="33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3"/>
        <pc:sldMkLst>
          <pc:docMk/>
          <pc:sldMk cId="0" sldId="34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4"/>
        <pc:sldMkLst>
          <pc:docMk/>
          <pc:sldMk cId="0" sldId="34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2"/>
        <pc:sldMkLst>
          <pc:docMk/>
          <pc:sldMk cId="0" sldId="34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0"/>
        <pc:sldMkLst>
          <pc:docMk/>
          <pc:sldMk cId="0" sldId="34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9"/>
        <pc:sldMkLst>
          <pc:docMk/>
          <pc:sldMk cId="0" sldId="34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8"/>
        <pc:sldMkLst>
          <pc:docMk/>
          <pc:sldMk cId="0" sldId="34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7"/>
        <pc:sldMkLst>
          <pc:docMk/>
          <pc:sldMk cId="0" sldId="34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6"/>
        <pc:sldMkLst>
          <pc:docMk/>
          <pc:sldMk cId="0" sldId="34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63" v="101"/>
        <pc:sldMkLst>
          <pc:docMk/>
          <pc:sldMk cId="0" sldId="35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92"/>
        <pc:sldMkLst>
          <pc:docMk/>
          <pc:sldMk cId="0" sldId="35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32" v="88"/>
        <pc:sldMkLst>
          <pc:docMk/>
          <pc:sldMk cId="0" sldId="35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7"/>
        <pc:sldMkLst>
          <pc:docMk/>
          <pc:sldMk cId="0" sldId="35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6"/>
        <pc:sldMkLst>
          <pc:docMk/>
          <pc:sldMk cId="0" sldId="35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4"/>
        <pc:sldMkLst>
          <pc:docMk/>
          <pc:sldMk cId="0" sldId="35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47" v="94"/>
        <pc:sldMkLst>
          <pc:docMk/>
          <pc:sldMk cId="0" sldId="35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3"/>
        <pc:sldMkLst>
          <pc:docMk/>
          <pc:sldMk cId="0" sldId="35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6"/>
        <pc:sldMkLst>
          <pc:docMk/>
          <pc:sldMk cId="0" sldId="36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5"/>
        <pc:sldMkLst>
          <pc:docMk/>
          <pc:sldMk cId="0" sldId="361"/>
        </pc:sldMkLst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5:03.383" v="135"/>
        <pc:sldMkLst>
          <pc:docMk/>
          <pc:sldMk cId="0" sldId="373"/>
        </pc:sldMkLst>
        <pc:spChg chg="mod">
          <ac:chgData name="Harsh Dalal" userId="S::harsh.dalal@bluedataconsulting.in::b955d4cd-8966-4207-a182-07fe202de296" providerId="AD" clId="Web-{3C8AC972-AF69-3476-0111-CF24D03B421D}" dt="2025-12-03T04:25:03.383" v="135"/>
          <ac:spMkLst>
            <pc:docMk/>
            <pc:sldMk cId="0" sldId="373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5:03.383" v="135"/>
          <ac:spMkLst>
            <pc:docMk/>
            <pc:sldMk cId="0" sldId="373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03.383" v="135"/>
          <ac:spMkLst>
            <pc:docMk/>
            <pc:sldMk cId="0" sldId="373"/>
            <ac:spMk id="9" creationId="{A4AC5506-6312-4701-8D3C-40187889A947}"/>
          </ac:spMkLst>
        </pc:spChg>
        <pc:picChg chg="add">
          <ac:chgData name="Harsh Dalal" userId="S::harsh.dalal@bluedataconsulting.in::b955d4cd-8966-4207-a182-07fe202de296" providerId="AD" clId="Web-{3C8AC972-AF69-3476-0111-CF24D03B421D}" dt="2025-12-03T04:25:03.383" v="135"/>
          <ac:picMkLst>
            <pc:docMk/>
            <pc:sldMk cId="0" sldId="373"/>
            <ac:picMk id="4" creationId="{00000000-0000-0000-0000-000000000000}"/>
          </ac:picMkLst>
        </pc:picChg>
        <pc:picChg chg="del mod replId">
          <ac:chgData name="Harsh Dalal" userId="S::harsh.dalal@bluedataconsulting.in::b955d4cd-8966-4207-a182-07fe202de296" providerId="AD" clId="Web-{3C8AC972-AF69-3476-0111-CF24D03B421D}" dt="2025-12-03T04:25:03.383" v="135"/>
          <ac:picMkLst>
            <pc:docMk/>
            <pc:sldMk cId="0" sldId="373"/>
            <ac:picMk id="6" creationId="{00000000-0000-0000-0000-000000000000}"/>
          </ac:picMkLst>
        </pc:picChg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5:29.602" v="138"/>
        <pc:sldMkLst>
          <pc:docMk/>
          <pc:sldMk cId="0" sldId="374"/>
        </pc:sldMkLst>
        <pc:spChg chg="mod">
          <ac:chgData name="Harsh Dalal" userId="S::harsh.dalal@bluedataconsulting.in::b955d4cd-8966-4207-a182-07fe202de296" providerId="AD" clId="Web-{3C8AC972-AF69-3476-0111-CF24D03B421D}" dt="2025-12-03T04:25:29.602" v="138"/>
          <ac:spMkLst>
            <pc:docMk/>
            <pc:sldMk cId="0" sldId="374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5:29.602" v="138"/>
          <ac:spMkLst>
            <pc:docMk/>
            <pc:sldMk cId="0" sldId="374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29.602" v="138"/>
          <ac:spMkLst>
            <pc:docMk/>
            <pc:sldMk cId="0" sldId="374"/>
            <ac:spMk id="9" creationId="{A4AC5506-6312-4701-8D3C-40187889A947}"/>
          </ac:spMkLst>
        </pc:spChg>
        <pc:picChg chg="add">
          <ac:chgData name="Harsh Dalal" userId="S::harsh.dalal@bluedataconsulting.in::b955d4cd-8966-4207-a182-07fe202de296" providerId="AD" clId="Web-{3C8AC972-AF69-3476-0111-CF24D03B421D}" dt="2025-12-03T04:25:29.602" v="138"/>
          <ac:picMkLst>
            <pc:docMk/>
            <pc:sldMk cId="0" sldId="374"/>
            <ac:picMk id="4" creationId="{00000000-0000-0000-0000-000000000000}"/>
          </ac:picMkLst>
        </pc:picChg>
        <pc:picChg chg="del mod replId">
          <ac:chgData name="Harsh Dalal" userId="S::harsh.dalal@bluedataconsulting.in::b955d4cd-8966-4207-a182-07fe202de296" providerId="AD" clId="Web-{3C8AC972-AF69-3476-0111-CF24D03B421D}" dt="2025-12-03T04:25:29.602" v="138"/>
          <ac:picMkLst>
            <pc:docMk/>
            <pc:sldMk cId="0" sldId="374"/>
            <ac:picMk id="6" creationId="{00000000-0000-0000-0000-000000000000}"/>
          </ac:picMkLst>
        </pc:picChg>
      </pc:sldChg>
      <pc:sldChg chg="addSp modSp mod setBg">
        <pc:chgData name="Harsh Dalal" userId="S::harsh.dalal@bluedataconsulting.in::b955d4cd-8966-4207-a182-07fe202de296" providerId="AD" clId="Web-{3C8AC972-AF69-3476-0111-CF24D03B421D}" dt="2025-12-03T04:25:12.852" v="136"/>
        <pc:sldMkLst>
          <pc:docMk/>
          <pc:sldMk cId="0" sldId="375"/>
        </pc:sldMkLst>
        <pc:spChg chg="mod">
          <ac:chgData name="Harsh Dalal" userId="S::harsh.dalal@bluedataconsulting.in::b955d4cd-8966-4207-a182-07fe202de296" providerId="AD" clId="Web-{3C8AC972-AF69-3476-0111-CF24D03B421D}" dt="2025-12-03T04:25:12.852" v="136"/>
          <ac:spMkLst>
            <pc:docMk/>
            <pc:sldMk cId="0" sldId="375"/>
            <ac:spMk id="2" creationId="{00000000-0000-0000-0000-000000000000}"/>
          </ac:spMkLst>
        </pc:spChg>
        <pc:spChg chg="mod">
          <ac:chgData name="Harsh Dalal" userId="S::harsh.dalal@bluedataconsulting.in::b955d4cd-8966-4207-a182-07fe202de296" providerId="AD" clId="Web-{3C8AC972-AF69-3476-0111-CF24D03B421D}" dt="2025-12-03T04:25:12.852" v="136"/>
          <ac:spMkLst>
            <pc:docMk/>
            <pc:sldMk cId="0" sldId="375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12.852" v="136"/>
          <ac:spMkLst>
            <pc:docMk/>
            <pc:sldMk cId="0" sldId="375"/>
            <ac:spMk id="9" creationId="{C0763A76-9F1C-4FC5-82B7-DD475DA461B2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12.852" v="136"/>
          <ac:spMkLst>
            <pc:docMk/>
            <pc:sldMk cId="0" sldId="375"/>
            <ac:spMk id="11" creationId="{E81BF4F6-F2CF-4984-9D14-D6966D92F99F}"/>
          </ac:spMkLst>
        </pc:spChg>
        <pc:picChg chg="add">
          <ac:chgData name="Harsh Dalal" userId="S::harsh.dalal@bluedataconsulting.in::b955d4cd-8966-4207-a182-07fe202de296" providerId="AD" clId="Web-{3C8AC972-AF69-3476-0111-CF24D03B421D}" dt="2025-12-03T04:25:12.852" v="136"/>
          <ac:picMkLst>
            <pc:docMk/>
            <pc:sldMk cId="0" sldId="375"/>
            <ac:picMk id="5" creationId="{126B7ED2-B590-17DA-A64E-D843537799EF}"/>
          </ac:picMkLst>
        </pc:picChg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5:54.164" v="143"/>
        <pc:sldMkLst>
          <pc:docMk/>
          <pc:sldMk cId="0" sldId="377"/>
        </pc:sldMkLst>
        <pc:spChg chg="mod">
          <ac:chgData name="Harsh Dalal" userId="S::harsh.dalal@bluedataconsulting.in::b955d4cd-8966-4207-a182-07fe202de296" providerId="AD" clId="Web-{3C8AC972-AF69-3476-0111-CF24D03B421D}" dt="2025-12-03T04:25:54.164" v="143"/>
          <ac:spMkLst>
            <pc:docMk/>
            <pc:sldMk cId="0" sldId="377"/>
            <ac:spMk id="2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54.164" v="143"/>
          <ac:spMkLst>
            <pc:docMk/>
            <pc:sldMk cId="0" sldId="377"/>
            <ac:spMk id="3" creationId="{00000000-0000-0000-0000-000000000000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49.680" v="140"/>
          <ac:spMkLst>
            <pc:docMk/>
            <pc:sldMk cId="0" sldId="377"/>
            <ac:spMk id="9" creationId="{BACC6370-2D7E-4714-9D71-7542949D7D5D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49.680" v="140"/>
          <ac:spMkLst>
            <pc:docMk/>
            <pc:sldMk cId="0" sldId="377"/>
            <ac:spMk id="11" creationId="{F68B3F68-107C-434F-AA38-110D5EA91B85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49.680" v="140"/>
          <ac:spMkLst>
            <pc:docMk/>
            <pc:sldMk cId="0" sldId="377"/>
            <ac:spMk id="13" creationId="{AAD0DBB9-1A4B-4391-81D4-CB19F9AB918A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49.680" v="140"/>
          <ac:spMkLst>
            <pc:docMk/>
            <pc:sldMk cId="0" sldId="377"/>
            <ac:spMk id="15" creationId="{063BBA22-50EA-4C4D-BE05-F1CE4E63AA56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54.133" v="142"/>
          <ac:spMkLst>
            <pc:docMk/>
            <pc:sldMk cId="0" sldId="377"/>
            <ac:spMk id="17" creationId="{35DB3719-6FDC-4E5D-891D-FF40B7300F64}"/>
          </ac:spMkLst>
        </pc:spChg>
        <pc:spChg chg="add del">
          <ac:chgData name="Harsh Dalal" userId="S::harsh.dalal@bluedataconsulting.in::b955d4cd-8966-4207-a182-07fe202de296" providerId="AD" clId="Web-{3C8AC972-AF69-3476-0111-CF24D03B421D}" dt="2025-12-03T04:25:54.133" v="142"/>
          <ac:spMkLst>
            <pc:docMk/>
            <pc:sldMk cId="0" sldId="377"/>
            <ac:spMk id="18" creationId="{E0CBAC23-2E3F-4A90-BA59-F8299F6A5439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54.164" v="143"/>
          <ac:spMkLst>
            <pc:docMk/>
            <pc:sldMk cId="0" sldId="377"/>
            <ac:spMk id="21" creationId="{53B021B3-DE93-4AB7-8A18-CF5F1CED88B8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54.164" v="143"/>
          <ac:spMkLst>
            <pc:docMk/>
            <pc:sldMk cId="0" sldId="377"/>
            <ac:spMk id="22" creationId="{52D502E5-F6B4-4D58-B4AE-FC466FF15EE8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5:54.164" v="143"/>
          <ac:spMkLst>
            <pc:docMk/>
            <pc:sldMk cId="0" sldId="377"/>
            <ac:spMk id="23" creationId="{9DECDBF4-02B6-4BB4-B65B-B8107AD6A9E8}"/>
          </ac:spMkLst>
        </pc:spChg>
        <pc:graphicFrameChg chg="add del">
          <ac:chgData name="Harsh Dalal" userId="S::harsh.dalal@bluedataconsulting.in::b955d4cd-8966-4207-a182-07fe202de296" providerId="AD" clId="Web-{3C8AC972-AF69-3476-0111-CF24D03B421D}" dt="2025-12-03T04:25:49.680" v="140"/>
          <ac:graphicFrameMkLst>
            <pc:docMk/>
            <pc:sldMk cId="0" sldId="377"/>
            <ac:graphicFrameMk id="5" creationId="{E9AF7A79-9140-23E8-9EA8-8E0AABF01EE5}"/>
          </ac:graphicFrameMkLst>
        </pc:graphicFrameChg>
        <pc:graphicFrameChg chg="add del">
          <ac:chgData name="Harsh Dalal" userId="S::harsh.dalal@bluedataconsulting.in::b955d4cd-8966-4207-a182-07fe202de296" providerId="AD" clId="Web-{3C8AC972-AF69-3476-0111-CF24D03B421D}" dt="2025-12-03T04:25:54.133" v="142"/>
          <ac:graphicFrameMkLst>
            <pc:docMk/>
            <pc:sldMk cId="0" sldId="377"/>
            <ac:graphicFrameMk id="19" creationId="{635D5599-5320-9EC7-522B-42258C31BFD2}"/>
          </ac:graphicFrameMkLst>
        </pc:graphicFrameChg>
        <pc:graphicFrameChg chg="add">
          <ac:chgData name="Harsh Dalal" userId="S::harsh.dalal@bluedataconsulting.in::b955d4cd-8966-4207-a182-07fe202de296" providerId="AD" clId="Web-{3C8AC972-AF69-3476-0111-CF24D03B421D}" dt="2025-12-03T04:25:54.164" v="143"/>
          <ac:graphicFrameMkLst>
            <pc:docMk/>
            <pc:sldMk cId="0" sldId="377"/>
            <ac:graphicFrameMk id="24" creationId="{3A9711B2-CF55-48D3-1FCD-6A1C5009E7F8}"/>
          </ac:graphicFrameMkLst>
        </pc:graphicFrameChg>
      </pc:sldChg>
      <pc:sldChg chg="addSp modSp mod setBg">
        <pc:chgData name="Harsh Dalal" userId="S::harsh.dalal@bluedataconsulting.in::b955d4cd-8966-4207-a182-07fe202de296" providerId="AD" clId="Web-{3C8AC972-AF69-3476-0111-CF24D03B421D}" dt="2025-12-03T04:26:15.430" v="144"/>
        <pc:sldMkLst>
          <pc:docMk/>
          <pc:sldMk cId="0" sldId="378"/>
        </pc:sldMkLst>
        <pc:spChg chg="mod">
          <ac:chgData name="Harsh Dalal" userId="S::harsh.dalal@bluedataconsulting.in::b955d4cd-8966-4207-a182-07fe202de296" providerId="AD" clId="Web-{3C8AC972-AF69-3476-0111-CF24D03B421D}" dt="2025-12-03T04:26:15.430" v="144"/>
          <ac:spMkLst>
            <pc:docMk/>
            <pc:sldMk cId="0" sldId="378"/>
            <ac:spMk id="2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15.430" v="144"/>
          <ac:spMkLst>
            <pc:docMk/>
            <pc:sldMk cId="0" sldId="378"/>
            <ac:spMk id="10" creationId="{D3E17859-C5F0-476F-A082-A4CB8841DB24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15.430" v="144"/>
          <ac:spMkLst>
            <pc:docMk/>
            <pc:sldMk cId="0" sldId="378"/>
            <ac:spMk id="12" creationId="{70BEB1E7-2F88-40BC-B73D-42E5B6F80BFC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15.430" v="144"/>
          <ac:spMkLst>
            <pc:docMk/>
            <pc:sldMk cId="0" sldId="378"/>
            <ac:spMk id="14" creationId="{A7B99495-F43F-4D80-A44F-2CB4764EB90B}"/>
          </ac:spMkLst>
        </pc:spChg>
        <pc:graphicFrameChg chg="mod modGraphic">
          <ac:chgData name="Harsh Dalal" userId="S::harsh.dalal@bluedataconsulting.in::b955d4cd-8966-4207-a182-07fe202de296" providerId="AD" clId="Web-{3C8AC972-AF69-3476-0111-CF24D03B421D}" dt="2025-12-03T04:26:15.430" v="144"/>
          <ac:graphicFrameMkLst>
            <pc:docMk/>
            <pc:sldMk cId="0" sldId="378"/>
            <ac:graphicFrameMk id="4" creationId="{00000000-0000-0000-0000-000000000000}"/>
          </ac:graphicFrameMkLst>
        </pc:graphicFrameChg>
        <pc:picChg chg="add">
          <ac:chgData name="Harsh Dalal" userId="S::harsh.dalal@bluedataconsulting.in::b955d4cd-8966-4207-a182-07fe202de296" providerId="AD" clId="Web-{3C8AC972-AF69-3476-0111-CF24D03B421D}" dt="2025-12-03T04:26:15.430" v="144"/>
          <ac:picMkLst>
            <pc:docMk/>
            <pc:sldMk cId="0" sldId="378"/>
            <ac:picMk id="6" creationId="{052E448C-ED96-48ED-5E6B-8F1323CEAE0B}"/>
          </ac:picMkLst>
        </pc:picChg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6:27.102" v="145"/>
        <pc:sldMkLst>
          <pc:docMk/>
          <pc:sldMk cId="0" sldId="379"/>
        </pc:sldMkLst>
        <pc:spChg chg="mo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9" creationId="{BACC6370-2D7E-4714-9D71-7542949D7D5D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11" creationId="{256B2C21-A230-48C0-8DF1-C46611373C44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13" creationId="{3847E18C-932D-4C95-AABA-FEC7C9499AD7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15" creationId="{3150CB11-0C61-439E-910F-5787759E72A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17" creationId="{43F8A58B-5155-44CE-A5FF-7647B47D0A7A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6:27.102" v="145"/>
          <ac:spMkLst>
            <pc:docMk/>
            <pc:sldMk cId="0" sldId="379"/>
            <ac:spMk id="19" creationId="{443F2ACA-E6D6-4028-82DD-F03C262D5DE6}"/>
          </ac:spMkLst>
        </pc:spChg>
        <pc:graphicFrameChg chg="add">
          <ac:chgData name="Harsh Dalal" userId="S::harsh.dalal@bluedataconsulting.in::b955d4cd-8966-4207-a182-07fe202de296" providerId="AD" clId="Web-{3C8AC972-AF69-3476-0111-CF24D03B421D}" dt="2025-12-03T04:26:27.102" v="145"/>
          <ac:graphicFrameMkLst>
            <pc:docMk/>
            <pc:sldMk cId="0" sldId="379"/>
            <ac:graphicFrameMk id="5" creationId="{F2BD9DEA-73DA-FF0C-4E1A-2BC0E897C2B1}"/>
          </ac:graphicFrameMkLst>
        </pc:graphicFrameChg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7:43.243" v="146"/>
        <pc:sldMkLst>
          <pc:docMk/>
          <pc:sldMk cId="0" sldId="381"/>
        </pc:sldMkLst>
        <pc:spChg chg="mod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9" creationId="{0C541B88-1AE9-40C3-AFD5-967787C1979F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11" creationId="{E5F17139-31EE-46AC-B04F-DBBD852DD6CB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17" creationId="{89D16701-DA76-4F72-BB63-E2C3FFBDFE0F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43.243" v="146"/>
          <ac:spMkLst>
            <pc:docMk/>
            <pc:sldMk cId="0" sldId="381"/>
            <ac:spMk id="19" creationId="{1CC28BE1-9DC6-43FE-9582-39F091098D77}"/>
          </ac:spMkLst>
        </pc:spChg>
        <pc:grpChg chg="add">
          <ac:chgData name="Harsh Dalal" userId="S::harsh.dalal@bluedataconsulting.in::b955d4cd-8966-4207-a182-07fe202de296" providerId="AD" clId="Web-{3C8AC972-AF69-3476-0111-CF24D03B421D}" dt="2025-12-03T04:27:43.243" v="146"/>
          <ac:grpSpMkLst>
            <pc:docMk/>
            <pc:sldMk cId="0" sldId="381"/>
            <ac:grpSpMk id="13" creationId="{7CF625D3-71A3-4F30-A096-8EF334E959D0}"/>
          </ac:grpSpMkLst>
        </pc:grpChg>
        <pc:grpChg chg="add">
          <ac:chgData name="Harsh Dalal" userId="S::harsh.dalal@bluedataconsulting.in::b955d4cd-8966-4207-a182-07fe202de296" providerId="AD" clId="Web-{3C8AC972-AF69-3476-0111-CF24D03B421D}" dt="2025-12-03T04:27:43.243" v="146"/>
          <ac:grpSpMkLst>
            <pc:docMk/>
            <pc:sldMk cId="0" sldId="381"/>
            <ac:grpSpMk id="21" creationId="{AF9AF3F3-CE0C-4125-BDD7-346487FA0B40}"/>
          </ac:grpSpMkLst>
        </pc:grpChg>
        <pc:graphicFrameChg chg="add">
          <ac:chgData name="Harsh Dalal" userId="S::harsh.dalal@bluedataconsulting.in::b955d4cd-8966-4207-a182-07fe202de296" providerId="AD" clId="Web-{3C8AC972-AF69-3476-0111-CF24D03B421D}" dt="2025-12-03T04:27:43.243" v="146"/>
          <ac:graphicFrameMkLst>
            <pc:docMk/>
            <pc:sldMk cId="0" sldId="381"/>
            <ac:graphicFrameMk id="5" creationId="{0D45C31B-5686-4397-CD17-2B8DFD898786}"/>
          </ac:graphicFrameMkLst>
        </pc:graphicFrameChg>
      </pc:sldChg>
      <pc:sldChg chg="addSp delSp modSp mod setBg">
        <pc:chgData name="Harsh Dalal" userId="S::harsh.dalal@bluedataconsulting.in::b955d4cd-8966-4207-a182-07fe202de296" providerId="AD" clId="Web-{3C8AC972-AF69-3476-0111-CF24D03B421D}" dt="2025-12-03T04:27:50.415" v="148"/>
        <pc:sldMkLst>
          <pc:docMk/>
          <pc:sldMk cId="0" sldId="382"/>
        </pc:sldMkLst>
        <pc:spChg chg="mo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2" creationId="{00000000-0000-0000-0000-000000000000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9" creationId="{A8384FB5-9ADC-4DDC-881B-597D56F5B15D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11" creationId="{91E5A9A7-95C6-4F4F-B00E-C82E07FE62EF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13" creationId="{D07DD2DE-F619-49DD-B5E7-03A290FF4ED1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15" creationId="{85149191-5F60-4A28-AAFF-039F96B0F3EC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7:50.415" v="148"/>
          <ac:spMkLst>
            <pc:docMk/>
            <pc:sldMk cId="0" sldId="382"/>
            <ac:spMk id="17" creationId="{F8260ED5-17F7-4158-B241-D51DD4CF1B7E}"/>
          </ac:spMkLst>
        </pc:spChg>
        <pc:picChg chg="add">
          <ac:chgData name="Harsh Dalal" userId="S::harsh.dalal@bluedataconsulting.in::b955d4cd-8966-4207-a182-07fe202de296" providerId="AD" clId="Web-{3C8AC972-AF69-3476-0111-CF24D03B421D}" dt="2025-12-03T04:27:50.415" v="148"/>
          <ac:picMkLst>
            <pc:docMk/>
            <pc:sldMk cId="0" sldId="382"/>
            <ac:picMk id="4" creationId="{00000000-0000-0000-0000-000000000000}"/>
          </ac:picMkLst>
        </pc:picChg>
        <pc:picChg chg="del mod replId">
          <ac:chgData name="Harsh Dalal" userId="S::harsh.dalal@bluedataconsulting.in::b955d4cd-8966-4207-a182-07fe202de296" providerId="AD" clId="Web-{3C8AC972-AF69-3476-0111-CF24D03B421D}" dt="2025-12-03T04:27:50.415" v="148"/>
          <ac:picMkLst>
            <pc:docMk/>
            <pc:sldMk cId="0" sldId="382"/>
            <ac:picMk id="6" creationId="{00000000-0000-0000-0000-000000000000}"/>
          </ac:picMkLst>
        </pc:picChg>
      </pc:sldChg>
      <pc:sldChg chg="del">
        <pc:chgData name="Harsh Dalal" userId="S::harsh.dalal@bluedataconsulting.in::b955d4cd-8966-4207-a182-07fe202de296" providerId="AD" clId="Web-{3C8AC972-AF69-3476-0111-CF24D03B421D}" dt="2025-12-03T04:22:30.944" v="2"/>
        <pc:sldMkLst>
          <pc:docMk/>
          <pc:sldMk cId="0" sldId="38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4"/>
        <pc:sldMkLst>
          <pc:docMk/>
          <pc:sldMk cId="0" sldId="38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3"/>
        <pc:sldMkLst>
          <pc:docMk/>
          <pc:sldMk cId="0" sldId="38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2"/>
        <pc:sldMkLst>
          <pc:docMk/>
          <pc:sldMk cId="0" sldId="38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4"/>
        <pc:sldMkLst>
          <pc:docMk/>
          <pc:sldMk cId="0" sldId="38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3"/>
        <pc:sldMkLst>
          <pc:docMk/>
          <pc:sldMk cId="0" sldId="39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1"/>
        <pc:sldMkLst>
          <pc:docMk/>
          <pc:sldMk cId="0" sldId="39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60"/>
        <pc:sldMkLst>
          <pc:docMk/>
          <pc:sldMk cId="0" sldId="39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9"/>
        <pc:sldMkLst>
          <pc:docMk/>
          <pc:sldMk cId="0" sldId="39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8"/>
        <pc:sldMkLst>
          <pc:docMk/>
          <pc:sldMk cId="0" sldId="39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7"/>
        <pc:sldMkLst>
          <pc:docMk/>
          <pc:sldMk cId="0" sldId="39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6"/>
        <pc:sldMkLst>
          <pc:docMk/>
          <pc:sldMk cId="0" sldId="39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5"/>
        <pc:sldMkLst>
          <pc:docMk/>
          <pc:sldMk cId="0" sldId="398"/>
        </pc:sldMkLst>
      </pc:sldChg>
      <pc:sldChg chg="addSp modSp mod setBg">
        <pc:chgData name="Harsh Dalal" userId="S::harsh.dalal@bluedataconsulting.in::b955d4cd-8966-4207-a182-07fe202de296" providerId="AD" clId="Web-{3C8AC972-AF69-3476-0111-CF24D03B421D}" dt="2025-12-03T04:23:01.929" v="116"/>
        <pc:sldMkLst>
          <pc:docMk/>
          <pc:sldMk cId="0" sldId="399"/>
        </pc:sldMkLst>
        <pc:spChg chg="mod ord">
          <ac:chgData name="Harsh Dalal" userId="S::harsh.dalal@bluedataconsulting.in::b955d4cd-8966-4207-a182-07fe202de296" providerId="AD" clId="Web-{3C8AC972-AF69-3476-0111-CF24D03B421D}" dt="2025-12-03T04:23:01.929" v="116"/>
          <ac:spMkLst>
            <pc:docMk/>
            <pc:sldMk cId="0" sldId="399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3C8AC972-AF69-3476-0111-CF24D03B421D}" dt="2025-12-03T04:23:01.929" v="116"/>
          <ac:spMkLst>
            <pc:docMk/>
            <pc:sldMk cId="0" sldId="399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01.929" v="116"/>
          <ac:spMkLst>
            <pc:docMk/>
            <pc:sldMk cId="0" sldId="399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3:01.929" v="116"/>
          <ac:spMkLst>
            <pc:docMk/>
            <pc:sldMk cId="0" sldId="399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3C8AC972-AF69-3476-0111-CF24D03B421D}" dt="2025-12-03T04:23:01.929" v="116"/>
          <ac:picMkLst>
            <pc:docMk/>
            <pc:sldMk cId="0" sldId="399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3C8AC972-AF69-3476-0111-CF24D03B421D}" dt="2025-12-03T04:23:01.929" v="116"/>
          <ac:picMkLst>
            <pc:docMk/>
            <pc:sldMk cId="0" sldId="399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3C8AC972-AF69-3476-0111-CF24D03B421D}" dt="2025-12-03T04:23:01.929" v="116"/>
          <ac:cxnSpMkLst>
            <pc:docMk/>
            <pc:sldMk cId="0" sldId="399"/>
            <ac:cxnSpMk id="14" creationId="{C41BAEC7-F7B0-4224-8B18-8F74B7D87F0B}"/>
          </ac:cxnSpMkLst>
        </pc:cxnChg>
      </pc:sldChg>
      <pc:sldChg chg="del">
        <pc:chgData name="Harsh Dalal" userId="S::harsh.dalal@bluedataconsulting.in::b955d4cd-8966-4207-a182-07fe202de296" providerId="AD" clId="Web-{3C8AC972-AF69-3476-0111-CF24D03B421D}" dt="2025-12-03T04:21:42.022" v="1"/>
        <pc:sldMkLst>
          <pc:docMk/>
          <pc:sldMk cId="0" sldId="400"/>
        </pc:sldMkLst>
      </pc:sldChg>
      <pc:sldChg chg="addSp modSp mod setBg">
        <pc:chgData name="Harsh Dalal" userId="S::harsh.dalal@bluedataconsulting.in::b955d4cd-8966-4207-a182-07fe202de296" providerId="AD" clId="Web-{3C8AC972-AF69-3476-0111-CF24D03B421D}" dt="2025-12-03T04:24:25.867" v="133"/>
        <pc:sldMkLst>
          <pc:docMk/>
          <pc:sldMk cId="0" sldId="401"/>
        </pc:sldMkLst>
        <pc:spChg chg="mod ord">
          <ac:chgData name="Harsh Dalal" userId="S::harsh.dalal@bluedataconsulting.in::b955d4cd-8966-4207-a182-07fe202de296" providerId="AD" clId="Web-{3C8AC972-AF69-3476-0111-CF24D03B421D}" dt="2025-12-03T04:24:25.867" v="133"/>
          <ac:spMkLst>
            <pc:docMk/>
            <pc:sldMk cId="0" sldId="401"/>
            <ac:spMk id="2" creationId="{00000000-0000-0000-0000-000000000000}"/>
          </ac:spMkLst>
        </pc:spChg>
        <pc:spChg chg="mod ord">
          <ac:chgData name="Harsh Dalal" userId="S::harsh.dalal@bluedataconsulting.in::b955d4cd-8966-4207-a182-07fe202de296" providerId="AD" clId="Web-{3C8AC972-AF69-3476-0111-CF24D03B421D}" dt="2025-12-03T04:24:25.867" v="133"/>
          <ac:spMkLst>
            <pc:docMk/>
            <pc:sldMk cId="0" sldId="401"/>
            <ac:spMk id="3" creationId="{00000000-0000-0000-0000-000000000000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4:25.867" v="133"/>
          <ac:spMkLst>
            <pc:docMk/>
            <pc:sldMk cId="0" sldId="401"/>
            <ac:spMk id="10" creationId="{27BDFED6-6E33-4606-AFE2-886ADB1C018E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4:25.867" v="133"/>
          <ac:spMkLst>
            <pc:docMk/>
            <pc:sldMk cId="0" sldId="401"/>
            <ac:spMk id="12" creationId="{890DEF05-784E-4B61-89E4-04C4ECF4E5A0}"/>
          </ac:spMkLst>
        </pc:spChg>
        <pc:picChg chg="mod">
          <ac:chgData name="Harsh Dalal" userId="S::harsh.dalal@bluedataconsulting.in::b955d4cd-8966-4207-a182-07fe202de296" providerId="AD" clId="Web-{3C8AC972-AF69-3476-0111-CF24D03B421D}" dt="2025-12-03T04:24:25.867" v="133"/>
          <ac:picMkLst>
            <pc:docMk/>
            <pc:sldMk cId="0" sldId="401"/>
            <ac:picMk id="4" creationId="{00000000-0000-0000-0000-000000000000}"/>
          </ac:picMkLst>
        </pc:picChg>
        <pc:picChg chg="mod">
          <ac:chgData name="Harsh Dalal" userId="S::harsh.dalal@bluedataconsulting.in::b955d4cd-8966-4207-a182-07fe202de296" providerId="AD" clId="Web-{3C8AC972-AF69-3476-0111-CF24D03B421D}" dt="2025-12-03T04:24:25.867" v="133"/>
          <ac:picMkLst>
            <pc:docMk/>
            <pc:sldMk cId="0" sldId="401"/>
            <ac:picMk id="5" creationId="{00000000-0000-0000-0000-000000000000}"/>
          </ac:picMkLst>
        </pc:picChg>
        <pc:cxnChg chg="add">
          <ac:chgData name="Harsh Dalal" userId="S::harsh.dalal@bluedataconsulting.in::b955d4cd-8966-4207-a182-07fe202de296" providerId="AD" clId="Web-{3C8AC972-AF69-3476-0111-CF24D03B421D}" dt="2025-12-03T04:24:25.867" v="133"/>
          <ac:cxnSpMkLst>
            <pc:docMk/>
            <pc:sldMk cId="0" sldId="401"/>
            <ac:cxnSpMk id="14" creationId="{C41BAEC7-F7B0-4224-8B18-8F74B7D87F0B}"/>
          </ac:cxnSpMkLst>
        </pc:cxnChg>
      </pc:sldChg>
      <pc:sldChg chg="del">
        <pc:chgData name="Harsh Dalal" userId="S::harsh.dalal@bluedataconsulting.in::b955d4cd-8966-4207-a182-07fe202de296" providerId="AD" clId="Web-{3C8AC972-AF69-3476-0111-CF24D03B421D}" dt="2025-12-03T04:22:31.179" v="115"/>
        <pc:sldMkLst>
          <pc:docMk/>
          <pc:sldMk cId="0" sldId="402"/>
        </pc:sldMkLst>
      </pc:sldChg>
      <pc:sldChg chg="addSp delSp modSp new mod setBg">
        <pc:chgData name="Harsh Dalal" userId="S::harsh.dalal@bluedataconsulting.in::b955d4cd-8966-4207-a182-07fe202de296" providerId="AD" clId="Web-{3C8AC972-AF69-3476-0111-CF24D03B421D}" dt="2025-12-03T04:28:17.149" v="164"/>
        <pc:sldMkLst>
          <pc:docMk/>
          <pc:sldMk cId="4078572733" sldId="402"/>
        </pc:sldMkLst>
        <pc:spChg chg="mod">
          <ac:chgData name="Harsh Dalal" userId="S::harsh.dalal@bluedataconsulting.in::b955d4cd-8966-4207-a182-07fe202de296" providerId="AD" clId="Web-{3C8AC972-AF69-3476-0111-CF24D03B421D}" dt="2025-12-03T04:28:17.149" v="164"/>
          <ac:spMkLst>
            <pc:docMk/>
            <pc:sldMk cId="4078572733" sldId="402"/>
            <ac:spMk id="2" creationId="{B2622BEF-8D83-609C-507B-0A1DF10EF7E4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8:09.149" v="161"/>
          <ac:spMkLst>
            <pc:docMk/>
            <pc:sldMk cId="4078572733" sldId="402"/>
            <ac:spMk id="3" creationId="{6A31161D-5946-CAC9-16E2-4F53ECF02FD6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8:17.149" v="164"/>
          <ac:spMkLst>
            <pc:docMk/>
            <pc:sldMk cId="4078572733" sldId="402"/>
            <ac:spMk id="14" creationId="{F8446B12-7391-4711-8B31-112A0B896C76}"/>
          </ac:spMkLst>
        </pc:spChg>
        <pc:grpChg chg="add">
          <ac:chgData name="Harsh Dalal" userId="S::harsh.dalal@bluedataconsulting.in::b955d4cd-8966-4207-a182-07fe202de296" providerId="AD" clId="Web-{3C8AC972-AF69-3476-0111-CF24D03B421D}" dt="2025-12-03T04:28:17.149" v="164"/>
          <ac:grpSpMkLst>
            <pc:docMk/>
            <pc:sldMk cId="4078572733" sldId="402"/>
            <ac:grpSpMk id="16" creationId="{4252769E-B9F0-4068-A645-5BBEF16E9C28}"/>
          </ac:grpSpMkLst>
        </pc:grpChg>
        <pc:picChg chg="add mod">
          <ac:chgData name="Harsh Dalal" userId="S::harsh.dalal@bluedataconsulting.in::b955d4cd-8966-4207-a182-07fe202de296" providerId="AD" clId="Web-{3C8AC972-AF69-3476-0111-CF24D03B421D}" dt="2025-12-03T04:28:17.149" v="164"/>
          <ac:picMkLst>
            <pc:docMk/>
            <pc:sldMk cId="4078572733" sldId="402"/>
            <ac:picMk id="5" creationId="{11BB6579-68AF-7D21-A31D-4B9A9C658205}"/>
          </ac:picMkLst>
        </pc:picChg>
        <pc:cxnChg chg="add del">
          <ac:chgData name="Harsh Dalal" userId="S::harsh.dalal@bluedataconsulting.in::b955d4cd-8966-4207-a182-07fe202de296" providerId="AD" clId="Web-{3C8AC972-AF69-3476-0111-CF24D03B421D}" dt="2025-12-03T04:28:17.149" v="164"/>
          <ac:cxnSpMkLst>
            <pc:docMk/>
            <pc:sldMk cId="4078572733" sldId="402"/>
            <ac:cxnSpMk id="9" creationId="{7667AA61-5C27-F30F-D229-06CBE5709F33}"/>
          </ac:cxnSpMkLst>
        </pc:cxnChg>
      </pc:sldChg>
      <pc:sldChg chg="del">
        <pc:chgData name="Harsh Dalal" userId="S::harsh.dalal@bluedataconsulting.in::b955d4cd-8966-4207-a182-07fe202de296" providerId="AD" clId="Web-{3C8AC972-AF69-3476-0111-CF24D03B421D}" dt="2025-12-03T04:22:31.179" v="110"/>
        <pc:sldMkLst>
          <pc:docMk/>
          <pc:sldMk cId="0" sldId="403"/>
        </pc:sldMkLst>
      </pc:sldChg>
      <pc:sldChg chg="addSp delSp modSp new mod setBg">
        <pc:chgData name="Harsh Dalal" userId="S::harsh.dalal@bluedataconsulting.in::b955d4cd-8966-4207-a182-07fe202de296" providerId="AD" clId="Web-{3C8AC972-AF69-3476-0111-CF24D03B421D}" dt="2025-12-03T04:28:31.290" v="172"/>
        <pc:sldMkLst>
          <pc:docMk/>
          <pc:sldMk cId="1996490169" sldId="403"/>
        </pc:sldMkLst>
        <pc:spChg chg="mod">
          <ac:chgData name="Harsh Dalal" userId="S::harsh.dalal@bluedataconsulting.in::b955d4cd-8966-4207-a182-07fe202de296" providerId="AD" clId="Web-{3C8AC972-AF69-3476-0111-CF24D03B421D}" dt="2025-12-03T04:28:31.290" v="172"/>
          <ac:spMkLst>
            <pc:docMk/>
            <pc:sldMk cId="1996490169" sldId="403"/>
            <ac:spMk id="2" creationId="{24ACF92B-66C6-2307-1787-6607B5169077}"/>
          </ac:spMkLst>
        </pc:spChg>
        <pc:spChg chg="del">
          <ac:chgData name="Harsh Dalal" userId="S::harsh.dalal@bluedataconsulting.in::b955d4cd-8966-4207-a182-07fe202de296" providerId="AD" clId="Web-{3C8AC972-AF69-3476-0111-CF24D03B421D}" dt="2025-12-03T04:28:31.290" v="172"/>
          <ac:spMkLst>
            <pc:docMk/>
            <pc:sldMk cId="1996490169" sldId="403"/>
            <ac:spMk id="3" creationId="{73E77A75-DB37-B52E-2613-4FAB01934DDD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8:31.290" v="172"/>
          <ac:spMkLst>
            <pc:docMk/>
            <pc:sldMk cId="1996490169" sldId="403"/>
            <ac:spMk id="10" creationId="{65219498-D544-41AC-98FE-8F956EF66A62}"/>
          </ac:spMkLst>
        </pc:spChg>
        <pc:spChg chg="add">
          <ac:chgData name="Harsh Dalal" userId="S::harsh.dalal@bluedataconsulting.in::b955d4cd-8966-4207-a182-07fe202de296" providerId="AD" clId="Web-{3C8AC972-AF69-3476-0111-CF24D03B421D}" dt="2025-12-03T04:28:31.290" v="172"/>
          <ac:spMkLst>
            <pc:docMk/>
            <pc:sldMk cId="1996490169" sldId="403"/>
            <ac:spMk id="12" creationId="{F500DBFC-17A9-4E0A-AEE2-A49F9AEEF0FD}"/>
          </ac:spMkLst>
        </pc:spChg>
        <pc:grpChg chg="add">
          <ac:chgData name="Harsh Dalal" userId="S::harsh.dalal@bluedataconsulting.in::b955d4cd-8966-4207-a182-07fe202de296" providerId="AD" clId="Web-{3C8AC972-AF69-3476-0111-CF24D03B421D}" dt="2025-12-03T04:28:31.290" v="172"/>
          <ac:grpSpMkLst>
            <pc:docMk/>
            <pc:sldMk cId="1996490169" sldId="403"/>
            <ac:grpSpMk id="14" creationId="{D74613BB-817C-4C4F-8A24-4936F2F064C0}"/>
          </ac:grpSpMkLst>
        </pc:grpChg>
        <pc:picChg chg="add">
          <ac:chgData name="Harsh Dalal" userId="S::harsh.dalal@bluedataconsulting.in::b955d4cd-8966-4207-a182-07fe202de296" providerId="AD" clId="Web-{3C8AC972-AF69-3476-0111-CF24D03B421D}" dt="2025-12-03T04:28:31.290" v="172"/>
          <ac:picMkLst>
            <pc:docMk/>
            <pc:sldMk cId="1996490169" sldId="403"/>
            <ac:picMk id="7" creationId="{441B2D50-A400-D46A-E80D-90DCEC7F4E86}"/>
          </ac:picMkLst>
        </pc:picChg>
      </pc:sldChg>
      <pc:sldChg chg="del">
        <pc:chgData name="Harsh Dalal" userId="S::harsh.dalal@bluedataconsulting.in::b955d4cd-8966-4207-a182-07fe202de296" providerId="AD" clId="Web-{3C8AC972-AF69-3476-0111-CF24D03B421D}" dt="2025-12-03T04:22:31.163" v="103"/>
        <pc:sldMkLst>
          <pc:docMk/>
          <pc:sldMk cId="0" sldId="40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47" v="96"/>
        <pc:sldMkLst>
          <pc:docMk/>
          <pc:sldMk cId="0" sldId="40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116" v="82"/>
        <pc:sldMkLst>
          <pc:docMk/>
          <pc:sldMk cId="0" sldId="40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85" v="75"/>
        <pc:sldMkLst>
          <pc:docMk/>
          <pc:sldMk cId="0" sldId="40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54" v="65"/>
        <pc:sldMkLst>
          <pc:docMk/>
          <pc:sldMk cId="0" sldId="40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38" v="54"/>
        <pc:sldMkLst>
          <pc:docMk/>
          <pc:sldMk cId="0" sldId="40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07" v="35"/>
        <pc:sldMkLst>
          <pc:docMk/>
          <pc:sldMk cId="0" sldId="41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7"/>
        <pc:sldMkLst>
          <pc:docMk/>
          <pc:sldMk cId="0" sldId="41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91" v="24"/>
        <pc:sldMkLst>
          <pc:docMk/>
          <pc:sldMk cId="0" sldId="41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19"/>
        <pc:sldMkLst>
          <pc:docMk/>
          <pc:sldMk cId="0" sldId="41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76" v="17"/>
        <pc:sldMkLst>
          <pc:docMk/>
          <pc:sldMk cId="0" sldId="41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60" v="11"/>
        <pc:sldMkLst>
          <pc:docMk/>
          <pc:sldMk cId="0" sldId="41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0.944" v="5"/>
        <pc:sldMkLst>
          <pc:docMk/>
          <pc:sldMk cId="0" sldId="417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5"/>
        <pc:sldMkLst>
          <pc:docMk/>
          <pc:sldMk cId="0" sldId="418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4"/>
        <pc:sldMkLst>
          <pc:docMk/>
          <pc:sldMk cId="0" sldId="419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3"/>
        <pc:sldMkLst>
          <pc:docMk/>
          <pc:sldMk cId="0" sldId="420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2"/>
        <pc:sldMkLst>
          <pc:docMk/>
          <pc:sldMk cId="0" sldId="421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1"/>
        <pc:sldMkLst>
          <pc:docMk/>
          <pc:sldMk cId="0" sldId="422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40"/>
        <pc:sldMkLst>
          <pc:docMk/>
          <pc:sldMk cId="0" sldId="423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39"/>
        <pc:sldMkLst>
          <pc:docMk/>
          <pc:sldMk cId="0" sldId="424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38"/>
        <pc:sldMkLst>
          <pc:docMk/>
          <pc:sldMk cId="0" sldId="425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37"/>
        <pc:sldMkLst>
          <pc:docMk/>
          <pc:sldMk cId="0" sldId="426"/>
        </pc:sldMkLst>
      </pc:sldChg>
      <pc:sldChg chg="del">
        <pc:chgData name="Harsh Dalal" userId="S::harsh.dalal@bluedataconsulting.in::b955d4cd-8966-4207-a182-07fe202de296" providerId="AD" clId="Web-{3C8AC972-AF69-3476-0111-CF24D03B421D}" dt="2025-12-03T04:22:31.022" v="36"/>
        <pc:sldMkLst>
          <pc:docMk/>
          <pc:sldMk cId="0" sldId="427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4" Type="http://schemas.openxmlformats.org/officeDocument/2006/relationships/image" Target="../media/image35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svg"/><Relationship Id="rId1" Type="http://schemas.openxmlformats.org/officeDocument/2006/relationships/image" Target="../media/image36.png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4" Type="http://schemas.openxmlformats.org/officeDocument/2006/relationships/image" Target="../media/image3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#4">
  <dgm:title val=""/>
  <dgm:desc val=""/>
  <dgm:catLst>
    <dgm:cat type="mainScheme" pri="10200"/>
  </dgm:catLst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#3">
  <dgm:title val=""/>
  <dgm:desc val=""/>
  <dgm:catLst>
    <dgm:cat type="mainScheme" pri="10300"/>
  </dgm:catLst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A405B3-5718-4E62-B814-5BF383606D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57E7822-7AFE-43CF-BC8F-60EF119869DA}">
      <dgm:prSet/>
      <dgm:spPr/>
      <dgm:t>
        <a:bodyPr/>
        <a:lstStyle/>
        <a:p>
          <a:pPr rtl="0"/>
          <a:r>
            <a:rPr lang="en-US" b="1">
              <a:latin typeface="Google"/>
            </a:rPr>
            <a:t>Autonomous Task Execution</a:t>
          </a:r>
          <a:endParaRPr lang="en-IN">
            <a:latin typeface="Google"/>
          </a:endParaRPr>
        </a:p>
      </dgm:t>
    </dgm:pt>
    <dgm:pt modelId="{4045A4A6-F6D8-4D62-A44F-07D956D0EEC2}" type="parTrans" cxnId="{1F8B1030-2D87-4BAB-A1E8-724FD2E87E2E}">
      <dgm:prSet/>
      <dgm:spPr/>
      <dgm:t>
        <a:bodyPr/>
        <a:lstStyle/>
        <a:p>
          <a:endParaRPr lang="en-IN"/>
        </a:p>
      </dgm:t>
    </dgm:pt>
    <dgm:pt modelId="{1F184EBF-B877-4170-B76D-55A905D6DFD8}" type="sibTrans" cxnId="{1F8B1030-2D87-4BAB-A1E8-724FD2E87E2E}">
      <dgm:prSet/>
      <dgm:spPr/>
      <dgm:t>
        <a:bodyPr/>
        <a:lstStyle/>
        <a:p>
          <a:endParaRPr lang="en-IN"/>
        </a:p>
      </dgm:t>
    </dgm:pt>
    <dgm:pt modelId="{0CFC142B-A796-40E2-83E2-728AC07F6DCA}">
      <dgm:prSet/>
      <dgm:spPr/>
      <dgm:t>
        <a:bodyPr/>
        <a:lstStyle/>
        <a:p>
          <a:pPr rtl="0"/>
          <a:r>
            <a:rPr lang="en-US">
              <a:latin typeface="Google"/>
            </a:rPr>
            <a:t>Can perform tasks end-to-end with minimal human oversight(e.g., market monitoring, customer follow-ups).</a:t>
          </a:r>
          <a:endParaRPr lang="en-IN">
            <a:latin typeface="Google"/>
          </a:endParaRPr>
        </a:p>
      </dgm:t>
    </dgm:pt>
    <dgm:pt modelId="{F32C9F97-5D02-48FC-8617-0D0753425938}" type="parTrans" cxnId="{F0C8B4AC-3220-4215-82C0-CD6F2E30C08D}">
      <dgm:prSet/>
      <dgm:spPr/>
      <dgm:t>
        <a:bodyPr/>
        <a:lstStyle/>
        <a:p>
          <a:endParaRPr lang="en-IN"/>
        </a:p>
      </dgm:t>
    </dgm:pt>
    <dgm:pt modelId="{207B45B4-6137-4138-8140-A8E922E7F2B7}" type="sibTrans" cxnId="{F0C8B4AC-3220-4215-82C0-CD6F2E30C08D}">
      <dgm:prSet/>
      <dgm:spPr/>
      <dgm:t>
        <a:bodyPr/>
        <a:lstStyle/>
        <a:p>
          <a:endParaRPr lang="en-IN"/>
        </a:p>
      </dgm:t>
    </dgm:pt>
    <dgm:pt modelId="{EDC7AF50-CA80-4DC4-AFD4-8F4FB3232D19}">
      <dgm:prSet/>
      <dgm:spPr/>
      <dgm:t>
        <a:bodyPr/>
        <a:lstStyle/>
        <a:p>
          <a:pPr rtl="0"/>
          <a:r>
            <a:rPr lang="en-US" b="1">
              <a:latin typeface="Google"/>
            </a:rPr>
            <a:t>Goal-Oriented Reasoning</a:t>
          </a:r>
          <a:endParaRPr lang="en-IN">
            <a:latin typeface="Google"/>
          </a:endParaRPr>
        </a:p>
      </dgm:t>
    </dgm:pt>
    <dgm:pt modelId="{D8ACB4EB-F341-41A6-B92B-88DFC6EF01F8}" type="parTrans" cxnId="{8B7649FC-B53B-4191-898B-A973E8AD8803}">
      <dgm:prSet/>
      <dgm:spPr/>
      <dgm:t>
        <a:bodyPr/>
        <a:lstStyle/>
        <a:p>
          <a:endParaRPr lang="en-IN"/>
        </a:p>
      </dgm:t>
    </dgm:pt>
    <dgm:pt modelId="{0B4B96E6-2F33-4B87-B511-FB4B49FD2D8D}" type="sibTrans" cxnId="{8B7649FC-B53B-4191-898B-A973E8AD8803}">
      <dgm:prSet/>
      <dgm:spPr/>
      <dgm:t>
        <a:bodyPr/>
        <a:lstStyle/>
        <a:p>
          <a:endParaRPr lang="en-IN"/>
        </a:p>
      </dgm:t>
    </dgm:pt>
    <dgm:pt modelId="{6599081D-E47E-4C5D-AE2E-4E1E703A9BAB}">
      <dgm:prSet/>
      <dgm:spPr/>
      <dgm:t>
        <a:bodyPr/>
        <a:lstStyle/>
        <a:p>
          <a:pPr rtl="0"/>
          <a:r>
            <a:rPr lang="en-US">
              <a:latin typeface="Google"/>
            </a:rPr>
            <a:t>Not just reactive—agents can plan, evaluate, and adapt toreach a target state.</a:t>
          </a:r>
          <a:endParaRPr lang="en-IN">
            <a:latin typeface="Google"/>
          </a:endParaRPr>
        </a:p>
      </dgm:t>
    </dgm:pt>
    <dgm:pt modelId="{E48887D9-B1AE-4AD3-9FA5-5A993EFEF991}" type="parTrans" cxnId="{9A558933-6152-48C7-B6F8-51B459B39097}">
      <dgm:prSet/>
      <dgm:spPr/>
      <dgm:t>
        <a:bodyPr/>
        <a:lstStyle/>
        <a:p>
          <a:endParaRPr lang="en-IN"/>
        </a:p>
      </dgm:t>
    </dgm:pt>
    <dgm:pt modelId="{7A6A9091-02D9-42E6-914D-09D51561AC2D}" type="sibTrans" cxnId="{9A558933-6152-48C7-B6F8-51B459B39097}">
      <dgm:prSet/>
      <dgm:spPr/>
      <dgm:t>
        <a:bodyPr/>
        <a:lstStyle/>
        <a:p>
          <a:endParaRPr lang="en-IN"/>
        </a:p>
      </dgm:t>
    </dgm:pt>
    <dgm:pt modelId="{F8F5E16C-E83D-4AED-A928-7E35056F33F0}">
      <dgm:prSet/>
      <dgm:spPr/>
      <dgm:t>
        <a:bodyPr/>
        <a:lstStyle/>
        <a:p>
          <a:pPr rtl="0"/>
          <a:r>
            <a:rPr lang="en-US" b="1">
              <a:latin typeface="Google"/>
            </a:rPr>
            <a:t>Integration with Tools &amp; APIs</a:t>
          </a:r>
          <a:endParaRPr lang="en-IN">
            <a:latin typeface="Google"/>
          </a:endParaRPr>
        </a:p>
      </dgm:t>
    </dgm:pt>
    <dgm:pt modelId="{F6E1BEDF-04BE-475E-8D22-374057A0000E}" type="parTrans" cxnId="{15632819-7D86-4B5D-BB9B-C7CD5C0E5642}">
      <dgm:prSet/>
      <dgm:spPr/>
      <dgm:t>
        <a:bodyPr/>
        <a:lstStyle/>
        <a:p>
          <a:endParaRPr lang="en-IN"/>
        </a:p>
      </dgm:t>
    </dgm:pt>
    <dgm:pt modelId="{2F3CBB8D-B7C5-4778-82C3-E766F9C68CFD}" type="sibTrans" cxnId="{15632819-7D86-4B5D-BB9B-C7CD5C0E5642}">
      <dgm:prSet/>
      <dgm:spPr/>
      <dgm:t>
        <a:bodyPr/>
        <a:lstStyle/>
        <a:p>
          <a:endParaRPr lang="en-IN"/>
        </a:p>
      </dgm:t>
    </dgm:pt>
    <dgm:pt modelId="{8B7D28CD-3904-4685-9EA9-ADA428D34B2F}">
      <dgm:prSet/>
      <dgm:spPr/>
      <dgm:t>
        <a:bodyPr/>
        <a:lstStyle/>
        <a:p>
          <a:pPr rtl="0"/>
          <a:r>
            <a:rPr lang="en-US">
              <a:latin typeface="Google"/>
            </a:rPr>
            <a:t>AI Agents can use calculators, databases, CRMs, </a:t>
          </a:r>
          <a:r>
            <a:rPr lang="en-US" err="1">
              <a:latin typeface="Google"/>
            </a:rPr>
            <a:t>browsers,etc</a:t>
          </a:r>
          <a:r>
            <a:rPr lang="en-US">
              <a:latin typeface="Google"/>
            </a:rPr>
            <a:t>., to get real work done.</a:t>
          </a:r>
          <a:endParaRPr lang="en-IN">
            <a:latin typeface="Google"/>
          </a:endParaRPr>
        </a:p>
      </dgm:t>
    </dgm:pt>
    <dgm:pt modelId="{1BDD7152-6AE8-4EB4-AB6C-F366754C45D1}" type="parTrans" cxnId="{A6CD2E63-9369-4497-A553-A94DEEB44D4B}">
      <dgm:prSet/>
      <dgm:spPr/>
      <dgm:t>
        <a:bodyPr/>
        <a:lstStyle/>
        <a:p>
          <a:endParaRPr lang="en-IN"/>
        </a:p>
      </dgm:t>
    </dgm:pt>
    <dgm:pt modelId="{45B74AA9-9642-4BDF-96B4-8B3EB2DC855D}" type="sibTrans" cxnId="{A6CD2E63-9369-4497-A553-A94DEEB44D4B}">
      <dgm:prSet/>
      <dgm:spPr/>
      <dgm:t>
        <a:bodyPr/>
        <a:lstStyle/>
        <a:p>
          <a:endParaRPr lang="en-IN"/>
        </a:p>
      </dgm:t>
    </dgm:pt>
    <dgm:pt modelId="{00D41D52-0812-40FA-81CF-9984FE5F10AB}">
      <dgm:prSet/>
      <dgm:spPr/>
      <dgm:t>
        <a:bodyPr/>
        <a:lstStyle/>
        <a:p>
          <a:pPr rtl="0"/>
          <a:r>
            <a:rPr lang="en-US" b="1">
              <a:latin typeface="Google"/>
            </a:rPr>
            <a:t>Efficiency &amp; Time Saving</a:t>
          </a:r>
          <a:endParaRPr lang="en-IN">
            <a:latin typeface="Google"/>
          </a:endParaRPr>
        </a:p>
      </dgm:t>
    </dgm:pt>
    <dgm:pt modelId="{52DE7393-C4C2-4444-8281-7C708FD3C42E}" type="parTrans" cxnId="{37D31AFE-9115-4136-992A-6355D2CB5930}">
      <dgm:prSet/>
      <dgm:spPr/>
      <dgm:t>
        <a:bodyPr/>
        <a:lstStyle/>
        <a:p>
          <a:endParaRPr lang="en-IN"/>
        </a:p>
      </dgm:t>
    </dgm:pt>
    <dgm:pt modelId="{64EE3502-FB47-448A-9F6A-7AEC13F5E23F}" type="sibTrans" cxnId="{37D31AFE-9115-4136-992A-6355D2CB5930}">
      <dgm:prSet/>
      <dgm:spPr/>
      <dgm:t>
        <a:bodyPr/>
        <a:lstStyle/>
        <a:p>
          <a:endParaRPr lang="en-IN"/>
        </a:p>
      </dgm:t>
    </dgm:pt>
    <dgm:pt modelId="{44B7FE92-97F9-41DD-8EC9-6B19E0CCD91E}">
      <dgm:prSet/>
      <dgm:spPr/>
      <dgm:t>
        <a:bodyPr/>
        <a:lstStyle/>
        <a:p>
          <a:pPr rtl="0"/>
          <a:r>
            <a:rPr lang="en-US">
              <a:latin typeface="Google"/>
            </a:rPr>
            <a:t>Can automate workflows that would otherwise need </a:t>
          </a:r>
          <a:r>
            <a:rPr lang="en-US" err="1">
              <a:latin typeface="Google"/>
            </a:rPr>
            <a:t>manualsteps</a:t>
          </a:r>
          <a:r>
            <a:rPr lang="en-US">
              <a:latin typeface="Google"/>
            </a:rPr>
            <a:t> or scripting.</a:t>
          </a:r>
          <a:endParaRPr lang="en-IN">
            <a:latin typeface="Google"/>
          </a:endParaRPr>
        </a:p>
      </dgm:t>
    </dgm:pt>
    <dgm:pt modelId="{170046A5-8F16-455E-BA4E-FB695E1D7912}" type="parTrans" cxnId="{A07B6B24-1BF3-4585-A7C5-C2B315702FEB}">
      <dgm:prSet/>
      <dgm:spPr/>
      <dgm:t>
        <a:bodyPr/>
        <a:lstStyle/>
        <a:p>
          <a:endParaRPr lang="en-IN"/>
        </a:p>
      </dgm:t>
    </dgm:pt>
    <dgm:pt modelId="{6D157C7B-1269-45AB-85E7-548AF387BFB3}" type="sibTrans" cxnId="{A07B6B24-1BF3-4585-A7C5-C2B315702FEB}">
      <dgm:prSet/>
      <dgm:spPr/>
      <dgm:t>
        <a:bodyPr/>
        <a:lstStyle/>
        <a:p>
          <a:endParaRPr lang="en-IN"/>
        </a:p>
      </dgm:t>
    </dgm:pt>
    <dgm:pt modelId="{A113CC2F-2A9B-43DB-B34B-CA8D7F732A09}">
      <dgm:prSet/>
      <dgm:spPr/>
      <dgm:t>
        <a:bodyPr/>
        <a:lstStyle/>
        <a:p>
          <a:pPr rtl="0"/>
          <a:r>
            <a:rPr lang="en-US" b="1">
              <a:latin typeface="Google"/>
            </a:rPr>
            <a:t>Adaptability</a:t>
          </a:r>
          <a:endParaRPr lang="en-IN">
            <a:latin typeface="Google"/>
          </a:endParaRPr>
        </a:p>
      </dgm:t>
    </dgm:pt>
    <dgm:pt modelId="{CABB1F43-A6E9-467B-A2BD-49D7A8702D37}" type="parTrans" cxnId="{1AB9F253-8B31-4F6D-8AFB-9C1AB90E94AF}">
      <dgm:prSet/>
      <dgm:spPr/>
      <dgm:t>
        <a:bodyPr/>
        <a:lstStyle/>
        <a:p>
          <a:endParaRPr lang="en-IN"/>
        </a:p>
      </dgm:t>
    </dgm:pt>
    <dgm:pt modelId="{0B7FA585-00AC-41B9-B6D3-F16920A0C484}" type="sibTrans" cxnId="{1AB9F253-8B31-4F6D-8AFB-9C1AB90E94AF}">
      <dgm:prSet/>
      <dgm:spPr/>
      <dgm:t>
        <a:bodyPr/>
        <a:lstStyle/>
        <a:p>
          <a:endParaRPr lang="en-IN"/>
        </a:p>
      </dgm:t>
    </dgm:pt>
    <dgm:pt modelId="{B0C33895-F258-407D-BDAA-0A252D392901}">
      <dgm:prSet/>
      <dgm:spPr/>
      <dgm:t>
        <a:bodyPr/>
        <a:lstStyle/>
        <a:p>
          <a:pPr rtl="0"/>
          <a:r>
            <a:rPr lang="en-US">
              <a:latin typeface="Google"/>
            </a:rPr>
            <a:t>Can be designed to adapt strategies based on context </a:t>
          </a:r>
          <a:r>
            <a:rPr lang="en-US" err="1">
              <a:latin typeface="Google"/>
            </a:rPr>
            <a:t>orfeedback</a:t>
          </a:r>
          <a:r>
            <a:rPr lang="en-US">
              <a:latin typeface="Google"/>
            </a:rPr>
            <a:t>.</a:t>
          </a:r>
          <a:endParaRPr lang="en-IN">
            <a:latin typeface="Google"/>
          </a:endParaRPr>
        </a:p>
      </dgm:t>
    </dgm:pt>
    <dgm:pt modelId="{3935E52E-2197-4A03-8B81-8CE9C35FCC64}" type="parTrans" cxnId="{19556F22-38A8-4C19-AAC8-3A767044B8DC}">
      <dgm:prSet/>
      <dgm:spPr/>
      <dgm:t>
        <a:bodyPr/>
        <a:lstStyle/>
        <a:p>
          <a:endParaRPr lang="en-IN"/>
        </a:p>
      </dgm:t>
    </dgm:pt>
    <dgm:pt modelId="{D977D8B7-9651-437D-A306-F5FF9A5DCFF1}" type="sibTrans" cxnId="{19556F22-38A8-4C19-AAC8-3A767044B8DC}">
      <dgm:prSet/>
      <dgm:spPr/>
      <dgm:t>
        <a:bodyPr/>
        <a:lstStyle/>
        <a:p>
          <a:endParaRPr lang="en-IN"/>
        </a:p>
      </dgm:t>
    </dgm:pt>
    <dgm:pt modelId="{99794DC6-0C56-4967-B0A1-D28B76AC67F0}" type="pres">
      <dgm:prSet presAssocID="{35A405B3-5718-4E62-B814-5BF383606D85}" presName="linear" presStyleCnt="0">
        <dgm:presLayoutVars>
          <dgm:animLvl val="lvl"/>
          <dgm:resizeHandles val="exact"/>
        </dgm:presLayoutVars>
      </dgm:prSet>
      <dgm:spPr/>
    </dgm:pt>
    <dgm:pt modelId="{EC90405A-7F4C-486F-AEE2-BFAACE93A751}" type="pres">
      <dgm:prSet presAssocID="{357E7822-7AFE-43CF-BC8F-60EF119869D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19829A1-5904-4FAE-BE87-EE321C5A7733}" type="pres">
      <dgm:prSet presAssocID="{357E7822-7AFE-43CF-BC8F-60EF119869DA}" presName="childText" presStyleLbl="revTx" presStyleIdx="0" presStyleCnt="5">
        <dgm:presLayoutVars>
          <dgm:bulletEnabled val="1"/>
        </dgm:presLayoutVars>
      </dgm:prSet>
      <dgm:spPr/>
    </dgm:pt>
    <dgm:pt modelId="{8D62C9CA-1582-499C-845B-78C07ED03A7F}" type="pres">
      <dgm:prSet presAssocID="{EDC7AF50-CA80-4DC4-AFD4-8F4FB3232D1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9DB6D13-4A22-4129-8854-B3B4156FCF51}" type="pres">
      <dgm:prSet presAssocID="{EDC7AF50-CA80-4DC4-AFD4-8F4FB3232D19}" presName="childText" presStyleLbl="revTx" presStyleIdx="1" presStyleCnt="5">
        <dgm:presLayoutVars>
          <dgm:bulletEnabled val="1"/>
        </dgm:presLayoutVars>
      </dgm:prSet>
      <dgm:spPr/>
    </dgm:pt>
    <dgm:pt modelId="{838027E8-496E-49FB-8CFE-028A314ED40F}" type="pres">
      <dgm:prSet presAssocID="{F8F5E16C-E83D-4AED-A928-7E35056F33F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F4F4A0E-12F3-4B8F-B12B-89902257B24E}" type="pres">
      <dgm:prSet presAssocID="{F8F5E16C-E83D-4AED-A928-7E35056F33F0}" presName="childText" presStyleLbl="revTx" presStyleIdx="2" presStyleCnt="5">
        <dgm:presLayoutVars>
          <dgm:bulletEnabled val="1"/>
        </dgm:presLayoutVars>
      </dgm:prSet>
      <dgm:spPr/>
    </dgm:pt>
    <dgm:pt modelId="{5BB92EAC-3A13-44B8-B08A-A4E4F1E96087}" type="pres">
      <dgm:prSet presAssocID="{00D41D52-0812-40FA-81CF-9984FE5F10A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349261C-DFF6-498C-B6C2-1BC062931EC1}" type="pres">
      <dgm:prSet presAssocID="{00D41D52-0812-40FA-81CF-9984FE5F10AB}" presName="childText" presStyleLbl="revTx" presStyleIdx="3" presStyleCnt="5">
        <dgm:presLayoutVars>
          <dgm:bulletEnabled val="1"/>
        </dgm:presLayoutVars>
      </dgm:prSet>
      <dgm:spPr/>
    </dgm:pt>
    <dgm:pt modelId="{DCE7C9A5-93FC-40A7-A7BD-3287AB76F179}" type="pres">
      <dgm:prSet presAssocID="{A113CC2F-2A9B-43DB-B34B-CA8D7F732A09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7059842-678E-416D-8248-A51C12CE2761}" type="pres">
      <dgm:prSet presAssocID="{A113CC2F-2A9B-43DB-B34B-CA8D7F732A09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15632819-7D86-4B5D-BB9B-C7CD5C0E5642}" srcId="{35A405B3-5718-4E62-B814-5BF383606D85}" destId="{F8F5E16C-E83D-4AED-A928-7E35056F33F0}" srcOrd="2" destOrd="0" parTransId="{F6E1BEDF-04BE-475E-8D22-374057A0000E}" sibTransId="{2F3CBB8D-B7C5-4778-82C3-E766F9C68CFD}"/>
    <dgm:cxn modelId="{2737CE19-5AEA-44BB-8E9D-108CAEC665C4}" type="presOf" srcId="{6599081D-E47E-4C5D-AE2E-4E1E703A9BAB}" destId="{99DB6D13-4A22-4129-8854-B3B4156FCF51}" srcOrd="0" destOrd="0" presId="urn:microsoft.com/office/officeart/2005/8/layout/vList2"/>
    <dgm:cxn modelId="{19556F22-38A8-4C19-AAC8-3A767044B8DC}" srcId="{A113CC2F-2A9B-43DB-B34B-CA8D7F732A09}" destId="{B0C33895-F258-407D-BDAA-0A252D392901}" srcOrd="0" destOrd="0" parTransId="{3935E52E-2197-4A03-8B81-8CE9C35FCC64}" sibTransId="{D977D8B7-9651-437D-A306-F5FF9A5DCFF1}"/>
    <dgm:cxn modelId="{A07B6B24-1BF3-4585-A7C5-C2B315702FEB}" srcId="{00D41D52-0812-40FA-81CF-9984FE5F10AB}" destId="{44B7FE92-97F9-41DD-8EC9-6B19E0CCD91E}" srcOrd="0" destOrd="0" parTransId="{170046A5-8F16-455E-BA4E-FB695E1D7912}" sibTransId="{6D157C7B-1269-45AB-85E7-548AF387BFB3}"/>
    <dgm:cxn modelId="{3F963627-A7F2-4863-BF4C-2C2DA662D34D}" type="presOf" srcId="{0CFC142B-A796-40E2-83E2-728AC07F6DCA}" destId="{619829A1-5904-4FAE-BE87-EE321C5A7733}" srcOrd="0" destOrd="0" presId="urn:microsoft.com/office/officeart/2005/8/layout/vList2"/>
    <dgm:cxn modelId="{0F753A27-731E-44FA-A4AD-FC4D265395BC}" type="presOf" srcId="{35A405B3-5718-4E62-B814-5BF383606D85}" destId="{99794DC6-0C56-4967-B0A1-D28B76AC67F0}" srcOrd="0" destOrd="0" presId="urn:microsoft.com/office/officeart/2005/8/layout/vList2"/>
    <dgm:cxn modelId="{1F8B1030-2D87-4BAB-A1E8-724FD2E87E2E}" srcId="{35A405B3-5718-4E62-B814-5BF383606D85}" destId="{357E7822-7AFE-43CF-BC8F-60EF119869DA}" srcOrd="0" destOrd="0" parTransId="{4045A4A6-F6D8-4D62-A44F-07D956D0EEC2}" sibTransId="{1F184EBF-B877-4170-B76D-55A905D6DFD8}"/>
    <dgm:cxn modelId="{9A558933-6152-48C7-B6F8-51B459B39097}" srcId="{EDC7AF50-CA80-4DC4-AFD4-8F4FB3232D19}" destId="{6599081D-E47E-4C5D-AE2E-4E1E703A9BAB}" srcOrd="0" destOrd="0" parTransId="{E48887D9-B1AE-4AD3-9FA5-5A993EFEF991}" sibTransId="{7A6A9091-02D9-42E6-914D-09D51561AC2D}"/>
    <dgm:cxn modelId="{DD456736-6A7D-43FC-94E7-4B0E7DE69090}" type="presOf" srcId="{8B7D28CD-3904-4685-9EA9-ADA428D34B2F}" destId="{1F4F4A0E-12F3-4B8F-B12B-89902257B24E}" srcOrd="0" destOrd="0" presId="urn:microsoft.com/office/officeart/2005/8/layout/vList2"/>
    <dgm:cxn modelId="{06E2513B-518B-4620-9FEA-84DF1C9583AE}" type="presOf" srcId="{00D41D52-0812-40FA-81CF-9984FE5F10AB}" destId="{5BB92EAC-3A13-44B8-B08A-A4E4F1E96087}" srcOrd="0" destOrd="0" presId="urn:microsoft.com/office/officeart/2005/8/layout/vList2"/>
    <dgm:cxn modelId="{A6CD2E63-9369-4497-A553-A94DEEB44D4B}" srcId="{F8F5E16C-E83D-4AED-A928-7E35056F33F0}" destId="{8B7D28CD-3904-4685-9EA9-ADA428D34B2F}" srcOrd="0" destOrd="0" parTransId="{1BDD7152-6AE8-4EB4-AB6C-F366754C45D1}" sibTransId="{45B74AA9-9642-4BDF-96B4-8B3EB2DC855D}"/>
    <dgm:cxn modelId="{1AB9F253-8B31-4F6D-8AFB-9C1AB90E94AF}" srcId="{35A405B3-5718-4E62-B814-5BF383606D85}" destId="{A113CC2F-2A9B-43DB-B34B-CA8D7F732A09}" srcOrd="4" destOrd="0" parTransId="{CABB1F43-A6E9-467B-A2BD-49D7A8702D37}" sibTransId="{0B7FA585-00AC-41B9-B6D3-F16920A0C484}"/>
    <dgm:cxn modelId="{86348959-0617-4599-AB5B-9B43158DE225}" type="presOf" srcId="{357E7822-7AFE-43CF-BC8F-60EF119869DA}" destId="{EC90405A-7F4C-486F-AEE2-BFAACE93A751}" srcOrd="0" destOrd="0" presId="urn:microsoft.com/office/officeart/2005/8/layout/vList2"/>
    <dgm:cxn modelId="{7275237A-CEE6-4245-9EF1-6331D52D3A8D}" type="presOf" srcId="{B0C33895-F258-407D-BDAA-0A252D392901}" destId="{B7059842-678E-416D-8248-A51C12CE2761}" srcOrd="0" destOrd="0" presId="urn:microsoft.com/office/officeart/2005/8/layout/vList2"/>
    <dgm:cxn modelId="{458D887D-9D9C-4483-8251-E99B5B4D7C6B}" type="presOf" srcId="{F8F5E16C-E83D-4AED-A928-7E35056F33F0}" destId="{838027E8-496E-49FB-8CFE-028A314ED40F}" srcOrd="0" destOrd="0" presId="urn:microsoft.com/office/officeart/2005/8/layout/vList2"/>
    <dgm:cxn modelId="{6D888A97-7D2D-47F6-A72C-3C783905DB8A}" type="presOf" srcId="{A113CC2F-2A9B-43DB-B34B-CA8D7F732A09}" destId="{DCE7C9A5-93FC-40A7-A7BD-3287AB76F179}" srcOrd="0" destOrd="0" presId="urn:microsoft.com/office/officeart/2005/8/layout/vList2"/>
    <dgm:cxn modelId="{6908EDAB-45D8-4C45-86F6-1389079F95DA}" type="presOf" srcId="{44B7FE92-97F9-41DD-8EC9-6B19E0CCD91E}" destId="{C349261C-DFF6-498C-B6C2-1BC062931EC1}" srcOrd="0" destOrd="0" presId="urn:microsoft.com/office/officeart/2005/8/layout/vList2"/>
    <dgm:cxn modelId="{F0C8B4AC-3220-4215-82C0-CD6F2E30C08D}" srcId="{357E7822-7AFE-43CF-BC8F-60EF119869DA}" destId="{0CFC142B-A796-40E2-83E2-728AC07F6DCA}" srcOrd="0" destOrd="0" parTransId="{F32C9F97-5D02-48FC-8617-0D0753425938}" sibTransId="{207B45B4-6137-4138-8140-A8E922E7F2B7}"/>
    <dgm:cxn modelId="{AD82C2BF-5585-4DEF-A464-74957872EDA1}" type="presOf" srcId="{EDC7AF50-CA80-4DC4-AFD4-8F4FB3232D19}" destId="{8D62C9CA-1582-499C-845B-78C07ED03A7F}" srcOrd="0" destOrd="0" presId="urn:microsoft.com/office/officeart/2005/8/layout/vList2"/>
    <dgm:cxn modelId="{8B7649FC-B53B-4191-898B-A973E8AD8803}" srcId="{35A405B3-5718-4E62-B814-5BF383606D85}" destId="{EDC7AF50-CA80-4DC4-AFD4-8F4FB3232D19}" srcOrd="1" destOrd="0" parTransId="{D8ACB4EB-F341-41A6-B92B-88DFC6EF01F8}" sibTransId="{0B4B96E6-2F33-4B87-B511-FB4B49FD2D8D}"/>
    <dgm:cxn modelId="{37D31AFE-9115-4136-992A-6355D2CB5930}" srcId="{35A405B3-5718-4E62-B814-5BF383606D85}" destId="{00D41D52-0812-40FA-81CF-9984FE5F10AB}" srcOrd="3" destOrd="0" parTransId="{52DE7393-C4C2-4444-8281-7C708FD3C42E}" sibTransId="{64EE3502-FB47-448A-9F6A-7AEC13F5E23F}"/>
    <dgm:cxn modelId="{CD0BCB51-65EA-4F47-8939-B9691F349DB3}" type="presParOf" srcId="{99794DC6-0C56-4967-B0A1-D28B76AC67F0}" destId="{EC90405A-7F4C-486F-AEE2-BFAACE93A751}" srcOrd="0" destOrd="0" presId="urn:microsoft.com/office/officeart/2005/8/layout/vList2"/>
    <dgm:cxn modelId="{1A6E7BAE-7777-402F-910A-E6A2CB66382E}" type="presParOf" srcId="{99794DC6-0C56-4967-B0A1-D28B76AC67F0}" destId="{619829A1-5904-4FAE-BE87-EE321C5A7733}" srcOrd="1" destOrd="0" presId="urn:microsoft.com/office/officeart/2005/8/layout/vList2"/>
    <dgm:cxn modelId="{9AB7EF71-6EDA-471C-AF89-376E8D75D81A}" type="presParOf" srcId="{99794DC6-0C56-4967-B0A1-D28B76AC67F0}" destId="{8D62C9CA-1582-499C-845B-78C07ED03A7F}" srcOrd="2" destOrd="0" presId="urn:microsoft.com/office/officeart/2005/8/layout/vList2"/>
    <dgm:cxn modelId="{2D3FB07A-CECB-454D-8C70-0A253C836EF2}" type="presParOf" srcId="{99794DC6-0C56-4967-B0A1-D28B76AC67F0}" destId="{99DB6D13-4A22-4129-8854-B3B4156FCF51}" srcOrd="3" destOrd="0" presId="urn:microsoft.com/office/officeart/2005/8/layout/vList2"/>
    <dgm:cxn modelId="{5466F919-B10E-45B7-8227-71B7C067EA6A}" type="presParOf" srcId="{99794DC6-0C56-4967-B0A1-D28B76AC67F0}" destId="{838027E8-496E-49FB-8CFE-028A314ED40F}" srcOrd="4" destOrd="0" presId="urn:microsoft.com/office/officeart/2005/8/layout/vList2"/>
    <dgm:cxn modelId="{F67940DB-5324-488E-93FF-66B5DCB1E71E}" type="presParOf" srcId="{99794DC6-0C56-4967-B0A1-D28B76AC67F0}" destId="{1F4F4A0E-12F3-4B8F-B12B-89902257B24E}" srcOrd="5" destOrd="0" presId="urn:microsoft.com/office/officeart/2005/8/layout/vList2"/>
    <dgm:cxn modelId="{835237A7-507D-4082-92F6-505A0355988F}" type="presParOf" srcId="{99794DC6-0C56-4967-B0A1-D28B76AC67F0}" destId="{5BB92EAC-3A13-44B8-B08A-A4E4F1E96087}" srcOrd="6" destOrd="0" presId="urn:microsoft.com/office/officeart/2005/8/layout/vList2"/>
    <dgm:cxn modelId="{4773FEF4-63D8-4152-A7FF-44DC8B70DDE0}" type="presParOf" srcId="{99794DC6-0C56-4967-B0A1-D28B76AC67F0}" destId="{C349261C-DFF6-498C-B6C2-1BC062931EC1}" srcOrd="7" destOrd="0" presId="urn:microsoft.com/office/officeart/2005/8/layout/vList2"/>
    <dgm:cxn modelId="{09B87B4A-D2A6-470E-A897-48AC06B4D9B8}" type="presParOf" srcId="{99794DC6-0C56-4967-B0A1-D28B76AC67F0}" destId="{DCE7C9A5-93FC-40A7-A7BD-3287AB76F179}" srcOrd="8" destOrd="0" presId="urn:microsoft.com/office/officeart/2005/8/layout/vList2"/>
    <dgm:cxn modelId="{FED9630E-59BD-471B-851F-33AAC7B297A2}" type="presParOf" srcId="{99794DC6-0C56-4967-B0A1-D28B76AC67F0}" destId="{B7059842-678E-416D-8248-A51C12CE2761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D9CD76-8E97-42F4-91DA-52D1B212345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IN"/>
        </a:p>
      </dgm:t>
    </dgm:pt>
    <dgm:pt modelId="{73510750-D7A4-4186-9B75-CE0C71DC93E2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Complex Setup &amp; Maintenance</a:t>
          </a:r>
          <a:endParaRPr lang="en-IN"/>
        </a:p>
      </dgm:t>
    </dgm:pt>
    <dgm:pt modelId="{96DC4ABC-83D9-438A-AD94-4F136EC3F446}" type="parTrans" cxnId="{3EDDEE5B-CDA4-4DF5-BBEC-A0850FBB1995}">
      <dgm:prSet/>
      <dgm:spPr/>
      <dgm:t>
        <a:bodyPr/>
        <a:lstStyle/>
        <a:p>
          <a:endParaRPr lang="en-IN"/>
        </a:p>
      </dgm:t>
    </dgm:pt>
    <dgm:pt modelId="{1FDF1EB1-75DD-474C-A61F-7A641EA3D493}" type="sibTrans" cxnId="{3EDDEE5B-CDA4-4DF5-BBEC-A0850FBB1995}">
      <dgm:prSet/>
      <dgm:spPr/>
      <dgm:t>
        <a:bodyPr/>
        <a:lstStyle/>
        <a:p>
          <a:endParaRPr lang="en-IN"/>
        </a:p>
      </dgm:t>
    </dgm:pt>
    <dgm:pt modelId="{3C01E735-16CA-4289-ADF9-AFB5E2EAA87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Requires orchestration, environment configuration, andsometimes custom toolchains.</a:t>
          </a:r>
        </a:p>
      </dgm:t>
    </dgm:pt>
    <dgm:pt modelId="{5DC6F901-1BE5-4C2F-9E60-267A3BC60D0E}" type="parTrans" cxnId="{A37E8542-DA44-4D0A-8F99-E6244748FF71}">
      <dgm:prSet/>
      <dgm:spPr/>
      <dgm:t>
        <a:bodyPr/>
        <a:lstStyle/>
        <a:p>
          <a:endParaRPr lang="en-IN"/>
        </a:p>
      </dgm:t>
    </dgm:pt>
    <dgm:pt modelId="{B55E4AFB-8988-4FFB-ABBA-8DF3CFFB3A15}" type="sibTrans" cxnId="{A37E8542-DA44-4D0A-8F99-E6244748FF71}">
      <dgm:prSet/>
      <dgm:spPr/>
      <dgm:t>
        <a:bodyPr/>
        <a:lstStyle/>
        <a:p>
          <a:endParaRPr lang="en-IN"/>
        </a:p>
      </dgm:t>
    </dgm:pt>
    <dgm:pt modelId="{D9D6684C-52FB-4EB2-AD95-1FA4B6525A37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Unpredictable Behavior</a:t>
          </a:r>
          <a:endParaRPr lang="en-IN"/>
        </a:p>
      </dgm:t>
    </dgm:pt>
    <dgm:pt modelId="{5EA543E5-C0C2-4EB9-81F2-F699422B250B}" type="parTrans" cxnId="{AC7A5CB0-6CE1-4FF6-B222-7838CE82D2DB}">
      <dgm:prSet/>
      <dgm:spPr/>
      <dgm:t>
        <a:bodyPr/>
        <a:lstStyle/>
        <a:p>
          <a:endParaRPr lang="en-IN"/>
        </a:p>
      </dgm:t>
    </dgm:pt>
    <dgm:pt modelId="{82138063-B776-45A0-ADD4-03631673012B}" type="sibTrans" cxnId="{AC7A5CB0-6CE1-4FF6-B222-7838CE82D2DB}">
      <dgm:prSet/>
      <dgm:spPr/>
      <dgm:t>
        <a:bodyPr/>
        <a:lstStyle/>
        <a:p>
          <a:endParaRPr lang="en-IN"/>
        </a:p>
      </dgm:t>
    </dgm:pt>
    <dgm:pt modelId="{2FD3F6F1-4F3F-4D67-BE0F-AC5CBC3D893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Autonomy introduces risk—agents can take wrong orunintended actions if not properly bounded.</a:t>
          </a:r>
        </a:p>
      </dgm:t>
    </dgm:pt>
    <dgm:pt modelId="{9B4AABD2-2497-43A3-B5A1-91F3F7BA264C}" type="parTrans" cxnId="{A6BEFDF9-B556-4D41-B1A6-C77ABCAC2DB7}">
      <dgm:prSet/>
      <dgm:spPr/>
      <dgm:t>
        <a:bodyPr/>
        <a:lstStyle/>
        <a:p>
          <a:endParaRPr lang="en-IN"/>
        </a:p>
      </dgm:t>
    </dgm:pt>
    <dgm:pt modelId="{13166035-A740-4FC3-AFE1-B3A412B44ED9}" type="sibTrans" cxnId="{A6BEFDF9-B556-4D41-B1A6-C77ABCAC2DB7}">
      <dgm:prSet/>
      <dgm:spPr/>
      <dgm:t>
        <a:bodyPr/>
        <a:lstStyle/>
        <a:p>
          <a:endParaRPr lang="en-IN"/>
        </a:p>
      </dgm:t>
    </dgm:pt>
    <dgm:pt modelId="{FCD74D2F-EAD8-4239-8520-5BC569C4A52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Debugging is Hard</a:t>
          </a:r>
          <a:endParaRPr lang="en-IN"/>
        </a:p>
      </dgm:t>
    </dgm:pt>
    <dgm:pt modelId="{F7A8EEF7-142B-4807-BE9D-EA5463FA4481}" type="parTrans" cxnId="{BA4A36D9-6AB8-45E0-BFE4-DB3A3E274AC7}">
      <dgm:prSet/>
      <dgm:spPr/>
      <dgm:t>
        <a:bodyPr/>
        <a:lstStyle/>
        <a:p>
          <a:endParaRPr lang="en-IN"/>
        </a:p>
      </dgm:t>
    </dgm:pt>
    <dgm:pt modelId="{A0C751AB-1956-4756-9D33-876A699790A3}" type="sibTrans" cxnId="{BA4A36D9-6AB8-45E0-BFE4-DB3A3E274AC7}">
      <dgm:prSet/>
      <dgm:spPr/>
      <dgm:t>
        <a:bodyPr/>
        <a:lstStyle/>
        <a:p>
          <a:endParaRPr lang="en-IN"/>
        </a:p>
      </dgm:t>
    </dgm:pt>
    <dgm:pt modelId="{0B336D27-5740-49B0-A02A-939BEA0C98ED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Multi-step, dynamic behavior makes tracing errors difficult.</a:t>
          </a:r>
        </a:p>
      </dgm:t>
    </dgm:pt>
    <dgm:pt modelId="{0DF0261A-8DE3-4BFA-91D3-83DEF2B9F71E}" type="parTrans" cxnId="{21EF60FA-A1FC-494B-9758-E02AC2BF80DB}">
      <dgm:prSet/>
      <dgm:spPr/>
      <dgm:t>
        <a:bodyPr/>
        <a:lstStyle/>
        <a:p>
          <a:endParaRPr lang="en-IN"/>
        </a:p>
      </dgm:t>
    </dgm:pt>
    <dgm:pt modelId="{310FA6EE-34AC-4A60-9C09-7DD1CFBEA682}" type="sibTrans" cxnId="{21EF60FA-A1FC-494B-9758-E02AC2BF80DB}">
      <dgm:prSet/>
      <dgm:spPr/>
      <dgm:t>
        <a:bodyPr/>
        <a:lstStyle/>
        <a:p>
          <a:endParaRPr lang="en-IN"/>
        </a:p>
      </dgm:t>
    </dgm:pt>
    <dgm:pt modelId="{F48C9EB0-5897-4823-AC0E-31CE0B214AF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Security Risks</a:t>
          </a:r>
          <a:endParaRPr lang="en-IN"/>
        </a:p>
      </dgm:t>
    </dgm:pt>
    <dgm:pt modelId="{86B06CA1-DC64-426E-99F8-2A0054F60AC3}" type="parTrans" cxnId="{206FAD83-A0FA-4848-8971-FF57D4664F13}">
      <dgm:prSet/>
      <dgm:spPr/>
      <dgm:t>
        <a:bodyPr/>
        <a:lstStyle/>
        <a:p>
          <a:endParaRPr lang="en-IN"/>
        </a:p>
      </dgm:t>
    </dgm:pt>
    <dgm:pt modelId="{6584E281-44A4-4A6F-A459-E3EA4A86D7E6}" type="sibTrans" cxnId="{206FAD83-A0FA-4848-8971-FF57D4664F13}">
      <dgm:prSet/>
      <dgm:spPr/>
      <dgm:t>
        <a:bodyPr/>
        <a:lstStyle/>
        <a:p>
          <a:endParaRPr lang="en-IN"/>
        </a:p>
      </dgm:t>
    </dgm:pt>
    <dgm:pt modelId="{F151199C-E304-4F3C-9309-F37113F94C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Especially if agents can perform actions (e.g., makepurchases, send messages).</a:t>
          </a:r>
        </a:p>
      </dgm:t>
    </dgm:pt>
    <dgm:pt modelId="{B8F3775D-DE9F-48B0-A1A7-615CA0E0D5C3}" type="parTrans" cxnId="{393FE129-346E-4DBB-B2B9-68DB354201B3}">
      <dgm:prSet/>
      <dgm:spPr/>
      <dgm:t>
        <a:bodyPr/>
        <a:lstStyle/>
        <a:p>
          <a:endParaRPr lang="en-IN"/>
        </a:p>
      </dgm:t>
    </dgm:pt>
    <dgm:pt modelId="{C71CCC7C-C4A0-45F0-927A-44D70831F1C5}" type="sibTrans" cxnId="{393FE129-346E-4DBB-B2B9-68DB354201B3}">
      <dgm:prSet/>
      <dgm:spPr/>
      <dgm:t>
        <a:bodyPr/>
        <a:lstStyle/>
        <a:p>
          <a:endParaRPr lang="en-IN"/>
        </a:p>
      </dgm:t>
    </dgm:pt>
    <dgm:pt modelId="{9506B6F0-A4DC-4BCC-95CB-C64CC804973C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Computational Overhead</a:t>
          </a:r>
          <a:endParaRPr lang="en-IN"/>
        </a:p>
      </dgm:t>
    </dgm:pt>
    <dgm:pt modelId="{929EB2FA-5305-4914-8C79-5B8121CFAE69}" type="parTrans" cxnId="{B0E86782-B31C-423F-AAF7-1C3D5FB12045}">
      <dgm:prSet/>
      <dgm:spPr/>
      <dgm:t>
        <a:bodyPr/>
        <a:lstStyle/>
        <a:p>
          <a:endParaRPr lang="en-IN"/>
        </a:p>
      </dgm:t>
    </dgm:pt>
    <dgm:pt modelId="{EA78F8DB-720E-4EF1-8ACD-70861D08ACB2}" type="sibTrans" cxnId="{B0E86782-B31C-423F-AAF7-1C3D5FB12045}">
      <dgm:prSet/>
      <dgm:spPr/>
      <dgm:t>
        <a:bodyPr/>
        <a:lstStyle/>
        <a:p>
          <a:endParaRPr lang="en-IN"/>
        </a:p>
      </dgm:t>
    </dgm:pt>
    <dgm:pt modelId="{CBB7BD2C-3CDB-4D3C-903D-7F9D719ACAA1}">
      <dgm:prSet/>
      <dgm:spPr/>
      <dgm:t>
        <a:bodyPr/>
        <a:lstStyle/>
        <a:p>
          <a:pPr>
            <a:lnSpc>
              <a:spcPct val="100000"/>
            </a:lnSpc>
          </a:pPr>
          <a:r>
            <a:rPr lang="en-IN"/>
            <a:t>Running agents with memory, planning, and external </a:t>
          </a:r>
          <a:r>
            <a:rPr lang="en-IN" err="1"/>
            <a:t>toolscan</a:t>
          </a:r>
          <a:r>
            <a:rPr lang="en-IN"/>
            <a:t> be resource-intensive.</a:t>
          </a:r>
        </a:p>
      </dgm:t>
    </dgm:pt>
    <dgm:pt modelId="{F57F3F88-412B-4F08-A81A-25241B546DC7}" type="parTrans" cxnId="{B571A084-2B43-42E0-AFF5-C114D2D53C0D}">
      <dgm:prSet/>
      <dgm:spPr/>
      <dgm:t>
        <a:bodyPr/>
        <a:lstStyle/>
        <a:p>
          <a:endParaRPr lang="en-IN"/>
        </a:p>
      </dgm:t>
    </dgm:pt>
    <dgm:pt modelId="{E306B4F6-1947-47A3-81F1-83DBB8BC1033}" type="sibTrans" cxnId="{B571A084-2B43-42E0-AFF5-C114D2D53C0D}">
      <dgm:prSet/>
      <dgm:spPr/>
      <dgm:t>
        <a:bodyPr/>
        <a:lstStyle/>
        <a:p>
          <a:endParaRPr lang="en-IN"/>
        </a:p>
      </dgm:t>
    </dgm:pt>
    <dgm:pt modelId="{8E75F2EF-E96D-40E4-A0A8-BEC6CE8D27CC}" type="pres">
      <dgm:prSet presAssocID="{38D9CD76-8E97-42F4-91DA-52D1B212345D}" presName="root" presStyleCnt="0">
        <dgm:presLayoutVars>
          <dgm:dir/>
          <dgm:resizeHandles val="exact"/>
        </dgm:presLayoutVars>
      </dgm:prSet>
      <dgm:spPr/>
    </dgm:pt>
    <dgm:pt modelId="{8E5E1A0B-E2AF-417C-8CFC-B6CDEFF11186}" type="pres">
      <dgm:prSet presAssocID="{73510750-D7A4-4186-9B75-CE0C71DC93E2}" presName="compNode" presStyleCnt="0"/>
      <dgm:spPr/>
    </dgm:pt>
    <dgm:pt modelId="{A8116F44-2143-4E6F-AE23-322A40B4DC9C}" type="pres">
      <dgm:prSet presAssocID="{73510750-D7A4-4186-9B75-CE0C71DC93E2}" presName="bgRect" presStyleLbl="bgShp" presStyleIdx="0" presStyleCnt="5"/>
      <dgm:spPr/>
    </dgm:pt>
    <dgm:pt modelId="{F2C8BC4C-84F9-455B-BBF6-69884F6C14C2}" type="pres">
      <dgm:prSet presAssocID="{73510750-D7A4-4186-9B75-CE0C71DC93E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A48EC6E-CF62-4051-85D5-99D8739ADBC7}" type="pres">
      <dgm:prSet presAssocID="{73510750-D7A4-4186-9B75-CE0C71DC93E2}" presName="spaceRect" presStyleCnt="0"/>
      <dgm:spPr/>
    </dgm:pt>
    <dgm:pt modelId="{CE3E967A-3EE3-4AF5-8FB6-E99DA417F3E9}" type="pres">
      <dgm:prSet presAssocID="{73510750-D7A4-4186-9B75-CE0C71DC93E2}" presName="parTx" presStyleLbl="revTx" presStyleIdx="0" presStyleCnt="10">
        <dgm:presLayoutVars>
          <dgm:chMax val="0"/>
          <dgm:chPref val="0"/>
        </dgm:presLayoutVars>
      </dgm:prSet>
      <dgm:spPr/>
    </dgm:pt>
    <dgm:pt modelId="{E1A8F391-9BD6-4AA2-BD2E-E77B652D2814}" type="pres">
      <dgm:prSet presAssocID="{73510750-D7A4-4186-9B75-CE0C71DC93E2}" presName="desTx" presStyleLbl="revTx" presStyleIdx="1" presStyleCnt="10">
        <dgm:presLayoutVars/>
      </dgm:prSet>
      <dgm:spPr/>
    </dgm:pt>
    <dgm:pt modelId="{4DBA7466-0642-4C8C-A626-E3A996B06E62}" type="pres">
      <dgm:prSet presAssocID="{1FDF1EB1-75DD-474C-A61F-7A641EA3D493}" presName="sibTrans" presStyleCnt="0"/>
      <dgm:spPr/>
    </dgm:pt>
    <dgm:pt modelId="{7B503252-0222-420A-83CF-A6F99FD04C35}" type="pres">
      <dgm:prSet presAssocID="{D9D6684C-52FB-4EB2-AD95-1FA4B6525A37}" presName="compNode" presStyleCnt="0"/>
      <dgm:spPr/>
    </dgm:pt>
    <dgm:pt modelId="{68EC332B-D1C9-4F2F-89C9-D626C235DFA9}" type="pres">
      <dgm:prSet presAssocID="{D9D6684C-52FB-4EB2-AD95-1FA4B6525A37}" presName="bgRect" presStyleLbl="bgShp" presStyleIdx="1" presStyleCnt="5"/>
      <dgm:spPr/>
    </dgm:pt>
    <dgm:pt modelId="{00B706D3-ED43-49A6-A3F5-41B74225D563}" type="pres">
      <dgm:prSet presAssocID="{D9D6684C-52FB-4EB2-AD95-1FA4B6525A3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ippery"/>
        </a:ext>
      </dgm:extLst>
    </dgm:pt>
    <dgm:pt modelId="{11F36B0E-98C6-46D9-A1FD-04820D0DD1A0}" type="pres">
      <dgm:prSet presAssocID="{D9D6684C-52FB-4EB2-AD95-1FA4B6525A37}" presName="spaceRect" presStyleCnt="0"/>
      <dgm:spPr/>
    </dgm:pt>
    <dgm:pt modelId="{B9A93117-CE45-42EC-A90F-D977ADD6F0B4}" type="pres">
      <dgm:prSet presAssocID="{D9D6684C-52FB-4EB2-AD95-1FA4B6525A37}" presName="parTx" presStyleLbl="revTx" presStyleIdx="2" presStyleCnt="10">
        <dgm:presLayoutVars>
          <dgm:chMax val="0"/>
          <dgm:chPref val="0"/>
        </dgm:presLayoutVars>
      </dgm:prSet>
      <dgm:spPr/>
    </dgm:pt>
    <dgm:pt modelId="{0A5AF69D-C734-463E-B5F3-53103202971F}" type="pres">
      <dgm:prSet presAssocID="{D9D6684C-52FB-4EB2-AD95-1FA4B6525A37}" presName="desTx" presStyleLbl="revTx" presStyleIdx="3" presStyleCnt="10">
        <dgm:presLayoutVars/>
      </dgm:prSet>
      <dgm:spPr/>
    </dgm:pt>
    <dgm:pt modelId="{DD097749-2CE4-4951-A495-9C9229D80CBA}" type="pres">
      <dgm:prSet presAssocID="{82138063-B776-45A0-ADD4-03631673012B}" presName="sibTrans" presStyleCnt="0"/>
      <dgm:spPr/>
    </dgm:pt>
    <dgm:pt modelId="{9B1013C1-17B1-4F5D-8158-2856091790AD}" type="pres">
      <dgm:prSet presAssocID="{FCD74D2F-EAD8-4239-8520-5BC569C4A528}" presName="compNode" presStyleCnt="0"/>
      <dgm:spPr/>
    </dgm:pt>
    <dgm:pt modelId="{4F71058D-75E8-4FA3-AF58-70A553EE56D5}" type="pres">
      <dgm:prSet presAssocID="{FCD74D2F-EAD8-4239-8520-5BC569C4A528}" presName="bgRect" presStyleLbl="bgShp" presStyleIdx="2" presStyleCnt="5"/>
      <dgm:spPr/>
    </dgm:pt>
    <dgm:pt modelId="{5E6D264A-D33D-4BA5-BE48-D9DD5165C7CF}" type="pres">
      <dgm:prSet presAssocID="{FCD74D2F-EAD8-4239-8520-5BC569C4A52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24899AC-518A-4558-84FC-C71ACC503A77}" type="pres">
      <dgm:prSet presAssocID="{FCD74D2F-EAD8-4239-8520-5BC569C4A528}" presName="spaceRect" presStyleCnt="0"/>
      <dgm:spPr/>
    </dgm:pt>
    <dgm:pt modelId="{B3D753EB-0C00-4DAA-9593-5FD21139F20F}" type="pres">
      <dgm:prSet presAssocID="{FCD74D2F-EAD8-4239-8520-5BC569C4A528}" presName="parTx" presStyleLbl="revTx" presStyleIdx="4" presStyleCnt="10">
        <dgm:presLayoutVars>
          <dgm:chMax val="0"/>
          <dgm:chPref val="0"/>
        </dgm:presLayoutVars>
      </dgm:prSet>
      <dgm:spPr/>
    </dgm:pt>
    <dgm:pt modelId="{7D727F8D-2E11-4D95-AB67-317AFEAE492A}" type="pres">
      <dgm:prSet presAssocID="{FCD74D2F-EAD8-4239-8520-5BC569C4A528}" presName="desTx" presStyleLbl="revTx" presStyleIdx="5" presStyleCnt="10">
        <dgm:presLayoutVars/>
      </dgm:prSet>
      <dgm:spPr/>
    </dgm:pt>
    <dgm:pt modelId="{B8407192-A4A6-4FEB-B19B-652984C62953}" type="pres">
      <dgm:prSet presAssocID="{A0C751AB-1956-4756-9D33-876A699790A3}" presName="sibTrans" presStyleCnt="0"/>
      <dgm:spPr/>
    </dgm:pt>
    <dgm:pt modelId="{B7048383-6990-49AB-9B82-DF029CBEC589}" type="pres">
      <dgm:prSet presAssocID="{F48C9EB0-5897-4823-AC0E-31CE0B214AF9}" presName="compNode" presStyleCnt="0"/>
      <dgm:spPr/>
    </dgm:pt>
    <dgm:pt modelId="{0A694249-E345-4D25-BC5A-3C956E064467}" type="pres">
      <dgm:prSet presAssocID="{F48C9EB0-5897-4823-AC0E-31CE0B214AF9}" presName="bgRect" presStyleLbl="bgShp" presStyleIdx="3" presStyleCnt="5"/>
      <dgm:spPr/>
    </dgm:pt>
    <dgm:pt modelId="{94590801-30EE-450F-B651-E40D75C20244}" type="pres">
      <dgm:prSet presAssocID="{F48C9EB0-5897-4823-AC0E-31CE0B214AF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06048702-9F89-4168-A9A5-54F4E868D104}" type="pres">
      <dgm:prSet presAssocID="{F48C9EB0-5897-4823-AC0E-31CE0B214AF9}" presName="spaceRect" presStyleCnt="0"/>
      <dgm:spPr/>
    </dgm:pt>
    <dgm:pt modelId="{FEA2CC2B-036B-4947-AE73-5E0E7A07EECE}" type="pres">
      <dgm:prSet presAssocID="{F48C9EB0-5897-4823-AC0E-31CE0B214AF9}" presName="parTx" presStyleLbl="revTx" presStyleIdx="6" presStyleCnt="10">
        <dgm:presLayoutVars>
          <dgm:chMax val="0"/>
          <dgm:chPref val="0"/>
        </dgm:presLayoutVars>
      </dgm:prSet>
      <dgm:spPr/>
    </dgm:pt>
    <dgm:pt modelId="{AC5A2E60-CA47-42A3-9B85-BCDF7D170CE3}" type="pres">
      <dgm:prSet presAssocID="{F48C9EB0-5897-4823-AC0E-31CE0B214AF9}" presName="desTx" presStyleLbl="revTx" presStyleIdx="7" presStyleCnt="10">
        <dgm:presLayoutVars/>
      </dgm:prSet>
      <dgm:spPr/>
    </dgm:pt>
    <dgm:pt modelId="{AD766E77-FCFC-4A1B-B6D7-80454969BBBF}" type="pres">
      <dgm:prSet presAssocID="{6584E281-44A4-4A6F-A459-E3EA4A86D7E6}" presName="sibTrans" presStyleCnt="0"/>
      <dgm:spPr/>
    </dgm:pt>
    <dgm:pt modelId="{588B31D6-5E27-47CC-A5CD-1916CC579B83}" type="pres">
      <dgm:prSet presAssocID="{9506B6F0-A4DC-4BCC-95CB-C64CC804973C}" presName="compNode" presStyleCnt="0"/>
      <dgm:spPr/>
    </dgm:pt>
    <dgm:pt modelId="{C17A1CFE-01DF-47DB-BBCC-0CDF8E2BEA7F}" type="pres">
      <dgm:prSet presAssocID="{9506B6F0-A4DC-4BCC-95CB-C64CC804973C}" presName="bgRect" presStyleLbl="bgShp" presStyleIdx="4" presStyleCnt="5"/>
      <dgm:spPr/>
    </dgm:pt>
    <dgm:pt modelId="{C8C28BA7-F2D7-422C-8072-037001DE2E08}" type="pres">
      <dgm:prSet presAssocID="{9506B6F0-A4DC-4BCC-95CB-C64CC804973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A4BC7BC5-BA31-4B1D-9E9D-FD0FB5B95CD8}" type="pres">
      <dgm:prSet presAssocID="{9506B6F0-A4DC-4BCC-95CB-C64CC804973C}" presName="spaceRect" presStyleCnt="0"/>
      <dgm:spPr/>
    </dgm:pt>
    <dgm:pt modelId="{E27B38A1-62AD-4CA9-9DB8-F14F9816656E}" type="pres">
      <dgm:prSet presAssocID="{9506B6F0-A4DC-4BCC-95CB-C64CC804973C}" presName="parTx" presStyleLbl="revTx" presStyleIdx="8" presStyleCnt="10">
        <dgm:presLayoutVars>
          <dgm:chMax val="0"/>
          <dgm:chPref val="0"/>
        </dgm:presLayoutVars>
      </dgm:prSet>
      <dgm:spPr/>
    </dgm:pt>
    <dgm:pt modelId="{CE820910-1756-4543-ABB3-0D3DF1232CEE}" type="pres">
      <dgm:prSet presAssocID="{9506B6F0-A4DC-4BCC-95CB-C64CC804973C}" presName="desTx" presStyleLbl="revTx" presStyleIdx="9" presStyleCnt="10">
        <dgm:presLayoutVars/>
      </dgm:prSet>
      <dgm:spPr/>
    </dgm:pt>
  </dgm:ptLst>
  <dgm:cxnLst>
    <dgm:cxn modelId="{97BC1302-30E5-430C-8D90-2FD68E0A6E46}" type="presOf" srcId="{CBB7BD2C-3CDB-4D3C-903D-7F9D719ACAA1}" destId="{CE820910-1756-4543-ABB3-0D3DF1232CEE}" srcOrd="0" destOrd="0" presId="urn:microsoft.com/office/officeart/2018/2/layout/IconVerticalSolidList"/>
    <dgm:cxn modelId="{DFD0D808-B4CD-4F91-B952-915C367A6C3D}" type="presOf" srcId="{2FD3F6F1-4F3F-4D67-BE0F-AC5CBC3D893B}" destId="{0A5AF69D-C734-463E-B5F3-53103202971F}" srcOrd="0" destOrd="0" presId="urn:microsoft.com/office/officeart/2018/2/layout/IconVerticalSolidList"/>
    <dgm:cxn modelId="{F75A4D0A-AB42-4E5D-B246-49E01894B799}" type="presOf" srcId="{9506B6F0-A4DC-4BCC-95CB-C64CC804973C}" destId="{E27B38A1-62AD-4CA9-9DB8-F14F9816656E}" srcOrd="0" destOrd="0" presId="urn:microsoft.com/office/officeart/2018/2/layout/IconVerticalSolidList"/>
    <dgm:cxn modelId="{B82B5618-13FB-4131-937E-CB7CC28060B7}" type="presOf" srcId="{3C01E735-16CA-4289-ADF9-AFB5E2EAA87D}" destId="{E1A8F391-9BD6-4AA2-BD2E-E77B652D2814}" srcOrd="0" destOrd="0" presId="urn:microsoft.com/office/officeart/2018/2/layout/IconVerticalSolidList"/>
    <dgm:cxn modelId="{393FE129-346E-4DBB-B2B9-68DB354201B3}" srcId="{F48C9EB0-5897-4823-AC0E-31CE0B214AF9}" destId="{F151199C-E304-4F3C-9309-F37113F94CC3}" srcOrd="0" destOrd="0" parTransId="{B8F3775D-DE9F-48B0-A1A7-615CA0E0D5C3}" sibTransId="{C71CCC7C-C4A0-45F0-927A-44D70831F1C5}"/>
    <dgm:cxn modelId="{3EDDEE5B-CDA4-4DF5-BBEC-A0850FBB1995}" srcId="{38D9CD76-8E97-42F4-91DA-52D1B212345D}" destId="{73510750-D7A4-4186-9B75-CE0C71DC93E2}" srcOrd="0" destOrd="0" parTransId="{96DC4ABC-83D9-438A-AD94-4F136EC3F446}" sibTransId="{1FDF1EB1-75DD-474C-A61F-7A641EA3D493}"/>
    <dgm:cxn modelId="{A37E8542-DA44-4D0A-8F99-E6244748FF71}" srcId="{73510750-D7A4-4186-9B75-CE0C71DC93E2}" destId="{3C01E735-16CA-4289-ADF9-AFB5E2EAA87D}" srcOrd="0" destOrd="0" parTransId="{5DC6F901-1BE5-4C2F-9E60-267A3BC60D0E}" sibTransId="{B55E4AFB-8988-4FFB-ABBA-8DF3CFFB3A15}"/>
    <dgm:cxn modelId="{4B661C55-DF55-4A7A-82C4-8B5C6FD0E464}" type="presOf" srcId="{D9D6684C-52FB-4EB2-AD95-1FA4B6525A37}" destId="{B9A93117-CE45-42EC-A90F-D977ADD6F0B4}" srcOrd="0" destOrd="0" presId="urn:microsoft.com/office/officeart/2018/2/layout/IconVerticalSolidList"/>
    <dgm:cxn modelId="{66103355-FE1C-48D0-B533-8434E6D2BC44}" type="presOf" srcId="{0B336D27-5740-49B0-A02A-939BEA0C98ED}" destId="{7D727F8D-2E11-4D95-AB67-317AFEAE492A}" srcOrd="0" destOrd="0" presId="urn:microsoft.com/office/officeart/2018/2/layout/IconVerticalSolidList"/>
    <dgm:cxn modelId="{B0E86782-B31C-423F-AAF7-1C3D5FB12045}" srcId="{38D9CD76-8E97-42F4-91DA-52D1B212345D}" destId="{9506B6F0-A4DC-4BCC-95CB-C64CC804973C}" srcOrd="4" destOrd="0" parTransId="{929EB2FA-5305-4914-8C79-5B8121CFAE69}" sibTransId="{EA78F8DB-720E-4EF1-8ACD-70861D08ACB2}"/>
    <dgm:cxn modelId="{206FAD83-A0FA-4848-8971-FF57D4664F13}" srcId="{38D9CD76-8E97-42F4-91DA-52D1B212345D}" destId="{F48C9EB0-5897-4823-AC0E-31CE0B214AF9}" srcOrd="3" destOrd="0" parTransId="{86B06CA1-DC64-426E-99F8-2A0054F60AC3}" sibTransId="{6584E281-44A4-4A6F-A459-E3EA4A86D7E6}"/>
    <dgm:cxn modelId="{B571A084-2B43-42E0-AFF5-C114D2D53C0D}" srcId="{9506B6F0-A4DC-4BCC-95CB-C64CC804973C}" destId="{CBB7BD2C-3CDB-4D3C-903D-7F9D719ACAA1}" srcOrd="0" destOrd="0" parTransId="{F57F3F88-412B-4F08-A81A-25241B546DC7}" sibTransId="{E306B4F6-1947-47A3-81F1-83DBB8BC1033}"/>
    <dgm:cxn modelId="{3B348BA5-2BD3-47B6-B07D-B087EF4687DB}" type="presOf" srcId="{FCD74D2F-EAD8-4239-8520-5BC569C4A528}" destId="{B3D753EB-0C00-4DAA-9593-5FD21139F20F}" srcOrd="0" destOrd="0" presId="urn:microsoft.com/office/officeart/2018/2/layout/IconVerticalSolidList"/>
    <dgm:cxn modelId="{B6A003A6-6248-488C-AB3B-A7BD556335D7}" type="presOf" srcId="{F48C9EB0-5897-4823-AC0E-31CE0B214AF9}" destId="{FEA2CC2B-036B-4947-AE73-5E0E7A07EECE}" srcOrd="0" destOrd="0" presId="urn:microsoft.com/office/officeart/2018/2/layout/IconVerticalSolidList"/>
    <dgm:cxn modelId="{AC7A5CB0-6CE1-4FF6-B222-7838CE82D2DB}" srcId="{38D9CD76-8E97-42F4-91DA-52D1B212345D}" destId="{D9D6684C-52FB-4EB2-AD95-1FA4B6525A37}" srcOrd="1" destOrd="0" parTransId="{5EA543E5-C0C2-4EB9-81F2-F699422B250B}" sibTransId="{82138063-B776-45A0-ADD4-03631673012B}"/>
    <dgm:cxn modelId="{23F1A4BB-75F5-4EE2-A81F-398ED1C65F7E}" type="presOf" srcId="{F151199C-E304-4F3C-9309-F37113F94CC3}" destId="{AC5A2E60-CA47-42A3-9B85-BCDF7D170CE3}" srcOrd="0" destOrd="0" presId="urn:microsoft.com/office/officeart/2018/2/layout/IconVerticalSolidList"/>
    <dgm:cxn modelId="{E884E0CF-327A-4951-87F2-6654FAE18016}" type="presOf" srcId="{73510750-D7A4-4186-9B75-CE0C71DC93E2}" destId="{CE3E967A-3EE3-4AF5-8FB6-E99DA417F3E9}" srcOrd="0" destOrd="0" presId="urn:microsoft.com/office/officeart/2018/2/layout/IconVerticalSolidList"/>
    <dgm:cxn modelId="{BA4A36D9-6AB8-45E0-BFE4-DB3A3E274AC7}" srcId="{38D9CD76-8E97-42F4-91DA-52D1B212345D}" destId="{FCD74D2F-EAD8-4239-8520-5BC569C4A528}" srcOrd="2" destOrd="0" parTransId="{F7A8EEF7-142B-4807-BE9D-EA5463FA4481}" sibTransId="{A0C751AB-1956-4756-9D33-876A699790A3}"/>
    <dgm:cxn modelId="{5EBBC2F7-0A81-47DC-8632-19B6F26BD2B5}" type="presOf" srcId="{38D9CD76-8E97-42F4-91DA-52D1B212345D}" destId="{8E75F2EF-E96D-40E4-A0A8-BEC6CE8D27CC}" srcOrd="0" destOrd="0" presId="urn:microsoft.com/office/officeart/2018/2/layout/IconVerticalSolidList"/>
    <dgm:cxn modelId="{A6BEFDF9-B556-4D41-B1A6-C77ABCAC2DB7}" srcId="{D9D6684C-52FB-4EB2-AD95-1FA4B6525A37}" destId="{2FD3F6F1-4F3F-4D67-BE0F-AC5CBC3D893B}" srcOrd="0" destOrd="0" parTransId="{9B4AABD2-2497-43A3-B5A1-91F3F7BA264C}" sibTransId="{13166035-A740-4FC3-AFE1-B3A412B44ED9}"/>
    <dgm:cxn modelId="{21EF60FA-A1FC-494B-9758-E02AC2BF80DB}" srcId="{FCD74D2F-EAD8-4239-8520-5BC569C4A528}" destId="{0B336D27-5740-49B0-A02A-939BEA0C98ED}" srcOrd="0" destOrd="0" parTransId="{0DF0261A-8DE3-4BFA-91D3-83DEF2B9F71E}" sibTransId="{310FA6EE-34AC-4A60-9C09-7DD1CFBEA682}"/>
    <dgm:cxn modelId="{23CA937E-A7D9-4EF3-853C-24C64F902281}" type="presParOf" srcId="{8E75F2EF-E96D-40E4-A0A8-BEC6CE8D27CC}" destId="{8E5E1A0B-E2AF-417C-8CFC-B6CDEFF11186}" srcOrd="0" destOrd="0" presId="urn:microsoft.com/office/officeart/2018/2/layout/IconVerticalSolidList"/>
    <dgm:cxn modelId="{68598FED-56B9-476B-9FC9-FE303567D8CE}" type="presParOf" srcId="{8E5E1A0B-E2AF-417C-8CFC-B6CDEFF11186}" destId="{A8116F44-2143-4E6F-AE23-322A40B4DC9C}" srcOrd="0" destOrd="0" presId="urn:microsoft.com/office/officeart/2018/2/layout/IconVerticalSolidList"/>
    <dgm:cxn modelId="{A9926290-F172-4211-86FC-7220F1BBEA5D}" type="presParOf" srcId="{8E5E1A0B-E2AF-417C-8CFC-B6CDEFF11186}" destId="{F2C8BC4C-84F9-455B-BBF6-69884F6C14C2}" srcOrd="1" destOrd="0" presId="urn:microsoft.com/office/officeart/2018/2/layout/IconVerticalSolidList"/>
    <dgm:cxn modelId="{C0D87C9F-E07F-4F48-9899-3D428972EC52}" type="presParOf" srcId="{8E5E1A0B-E2AF-417C-8CFC-B6CDEFF11186}" destId="{AA48EC6E-CF62-4051-85D5-99D8739ADBC7}" srcOrd="2" destOrd="0" presId="urn:microsoft.com/office/officeart/2018/2/layout/IconVerticalSolidList"/>
    <dgm:cxn modelId="{2DFDE111-9E45-48E6-9470-E3C1E7FB06FF}" type="presParOf" srcId="{8E5E1A0B-E2AF-417C-8CFC-B6CDEFF11186}" destId="{CE3E967A-3EE3-4AF5-8FB6-E99DA417F3E9}" srcOrd="3" destOrd="0" presId="urn:microsoft.com/office/officeart/2018/2/layout/IconVerticalSolidList"/>
    <dgm:cxn modelId="{B1835409-F4AE-40F7-BB17-94725F1B3423}" type="presParOf" srcId="{8E5E1A0B-E2AF-417C-8CFC-B6CDEFF11186}" destId="{E1A8F391-9BD6-4AA2-BD2E-E77B652D2814}" srcOrd="4" destOrd="0" presId="urn:microsoft.com/office/officeart/2018/2/layout/IconVerticalSolidList"/>
    <dgm:cxn modelId="{94C4FED7-51CC-4EA2-B293-4847EE0BA72D}" type="presParOf" srcId="{8E75F2EF-E96D-40E4-A0A8-BEC6CE8D27CC}" destId="{4DBA7466-0642-4C8C-A626-E3A996B06E62}" srcOrd="1" destOrd="0" presId="urn:microsoft.com/office/officeart/2018/2/layout/IconVerticalSolidList"/>
    <dgm:cxn modelId="{BADD039D-02B5-4A54-95F6-31A93386D763}" type="presParOf" srcId="{8E75F2EF-E96D-40E4-A0A8-BEC6CE8D27CC}" destId="{7B503252-0222-420A-83CF-A6F99FD04C35}" srcOrd="2" destOrd="0" presId="urn:microsoft.com/office/officeart/2018/2/layout/IconVerticalSolidList"/>
    <dgm:cxn modelId="{A3003B3E-792B-4B42-B157-60D922C2C40E}" type="presParOf" srcId="{7B503252-0222-420A-83CF-A6F99FD04C35}" destId="{68EC332B-D1C9-4F2F-89C9-D626C235DFA9}" srcOrd="0" destOrd="0" presId="urn:microsoft.com/office/officeart/2018/2/layout/IconVerticalSolidList"/>
    <dgm:cxn modelId="{D45EA3AB-525B-4AD3-B15C-D2EA4A4A5B6C}" type="presParOf" srcId="{7B503252-0222-420A-83CF-A6F99FD04C35}" destId="{00B706D3-ED43-49A6-A3F5-41B74225D563}" srcOrd="1" destOrd="0" presId="urn:microsoft.com/office/officeart/2018/2/layout/IconVerticalSolidList"/>
    <dgm:cxn modelId="{C631C2E9-426A-497F-927D-154F29E0BD05}" type="presParOf" srcId="{7B503252-0222-420A-83CF-A6F99FD04C35}" destId="{11F36B0E-98C6-46D9-A1FD-04820D0DD1A0}" srcOrd="2" destOrd="0" presId="urn:microsoft.com/office/officeart/2018/2/layout/IconVerticalSolidList"/>
    <dgm:cxn modelId="{DC3ADAB1-07E0-4C14-82B4-04495D729DD2}" type="presParOf" srcId="{7B503252-0222-420A-83CF-A6F99FD04C35}" destId="{B9A93117-CE45-42EC-A90F-D977ADD6F0B4}" srcOrd="3" destOrd="0" presId="urn:microsoft.com/office/officeart/2018/2/layout/IconVerticalSolidList"/>
    <dgm:cxn modelId="{1FB67E76-368D-41D1-A52C-FF6076D1589B}" type="presParOf" srcId="{7B503252-0222-420A-83CF-A6F99FD04C35}" destId="{0A5AF69D-C734-463E-B5F3-53103202971F}" srcOrd="4" destOrd="0" presId="urn:microsoft.com/office/officeart/2018/2/layout/IconVerticalSolidList"/>
    <dgm:cxn modelId="{C3371B7C-2A6C-4589-BD78-FAD063756D83}" type="presParOf" srcId="{8E75F2EF-E96D-40E4-A0A8-BEC6CE8D27CC}" destId="{DD097749-2CE4-4951-A495-9C9229D80CBA}" srcOrd="3" destOrd="0" presId="urn:microsoft.com/office/officeart/2018/2/layout/IconVerticalSolidList"/>
    <dgm:cxn modelId="{6369E015-83E4-43C2-91BD-0677C0F47180}" type="presParOf" srcId="{8E75F2EF-E96D-40E4-A0A8-BEC6CE8D27CC}" destId="{9B1013C1-17B1-4F5D-8158-2856091790AD}" srcOrd="4" destOrd="0" presId="urn:microsoft.com/office/officeart/2018/2/layout/IconVerticalSolidList"/>
    <dgm:cxn modelId="{FB24ACFB-0EC1-4576-B547-5A9F0550D807}" type="presParOf" srcId="{9B1013C1-17B1-4F5D-8158-2856091790AD}" destId="{4F71058D-75E8-4FA3-AF58-70A553EE56D5}" srcOrd="0" destOrd="0" presId="urn:microsoft.com/office/officeart/2018/2/layout/IconVerticalSolidList"/>
    <dgm:cxn modelId="{520405FD-D2EC-413B-A83F-54FFF18AD4DD}" type="presParOf" srcId="{9B1013C1-17B1-4F5D-8158-2856091790AD}" destId="{5E6D264A-D33D-4BA5-BE48-D9DD5165C7CF}" srcOrd="1" destOrd="0" presId="urn:microsoft.com/office/officeart/2018/2/layout/IconVerticalSolidList"/>
    <dgm:cxn modelId="{60C6D5A8-B4AF-4469-AA39-2FBE32AEBC65}" type="presParOf" srcId="{9B1013C1-17B1-4F5D-8158-2856091790AD}" destId="{A24899AC-518A-4558-84FC-C71ACC503A77}" srcOrd="2" destOrd="0" presId="urn:microsoft.com/office/officeart/2018/2/layout/IconVerticalSolidList"/>
    <dgm:cxn modelId="{41B35742-FF0C-4D6A-8A1D-5854948ECEAF}" type="presParOf" srcId="{9B1013C1-17B1-4F5D-8158-2856091790AD}" destId="{B3D753EB-0C00-4DAA-9593-5FD21139F20F}" srcOrd="3" destOrd="0" presId="urn:microsoft.com/office/officeart/2018/2/layout/IconVerticalSolidList"/>
    <dgm:cxn modelId="{0F7B1BA5-0930-485F-9F39-0966B67FF23E}" type="presParOf" srcId="{9B1013C1-17B1-4F5D-8158-2856091790AD}" destId="{7D727F8D-2E11-4D95-AB67-317AFEAE492A}" srcOrd="4" destOrd="0" presId="urn:microsoft.com/office/officeart/2018/2/layout/IconVerticalSolidList"/>
    <dgm:cxn modelId="{8A19AC78-9FDA-4A62-A3C6-98AB78338F6B}" type="presParOf" srcId="{8E75F2EF-E96D-40E4-A0A8-BEC6CE8D27CC}" destId="{B8407192-A4A6-4FEB-B19B-652984C62953}" srcOrd="5" destOrd="0" presId="urn:microsoft.com/office/officeart/2018/2/layout/IconVerticalSolidList"/>
    <dgm:cxn modelId="{8A611217-FE2A-4F50-AF94-170EB52E4E45}" type="presParOf" srcId="{8E75F2EF-E96D-40E4-A0A8-BEC6CE8D27CC}" destId="{B7048383-6990-49AB-9B82-DF029CBEC589}" srcOrd="6" destOrd="0" presId="urn:microsoft.com/office/officeart/2018/2/layout/IconVerticalSolidList"/>
    <dgm:cxn modelId="{83A21AD5-5079-4D4D-BEC4-F866E67F1F33}" type="presParOf" srcId="{B7048383-6990-49AB-9B82-DF029CBEC589}" destId="{0A694249-E345-4D25-BC5A-3C956E064467}" srcOrd="0" destOrd="0" presId="urn:microsoft.com/office/officeart/2018/2/layout/IconVerticalSolidList"/>
    <dgm:cxn modelId="{72999045-C8BD-4EC5-AA36-48A4A375DDB9}" type="presParOf" srcId="{B7048383-6990-49AB-9B82-DF029CBEC589}" destId="{94590801-30EE-450F-B651-E40D75C20244}" srcOrd="1" destOrd="0" presId="urn:microsoft.com/office/officeart/2018/2/layout/IconVerticalSolidList"/>
    <dgm:cxn modelId="{C9964523-1311-4C82-BF6C-0A53EADFF7E8}" type="presParOf" srcId="{B7048383-6990-49AB-9B82-DF029CBEC589}" destId="{06048702-9F89-4168-A9A5-54F4E868D104}" srcOrd="2" destOrd="0" presId="urn:microsoft.com/office/officeart/2018/2/layout/IconVerticalSolidList"/>
    <dgm:cxn modelId="{755B2A5E-DBF3-499E-9510-13C131F3CFAC}" type="presParOf" srcId="{B7048383-6990-49AB-9B82-DF029CBEC589}" destId="{FEA2CC2B-036B-4947-AE73-5E0E7A07EECE}" srcOrd="3" destOrd="0" presId="urn:microsoft.com/office/officeart/2018/2/layout/IconVerticalSolidList"/>
    <dgm:cxn modelId="{62F94AA4-C891-4A1E-B760-2EA259034D90}" type="presParOf" srcId="{B7048383-6990-49AB-9B82-DF029CBEC589}" destId="{AC5A2E60-CA47-42A3-9B85-BCDF7D170CE3}" srcOrd="4" destOrd="0" presId="urn:microsoft.com/office/officeart/2018/2/layout/IconVerticalSolidList"/>
    <dgm:cxn modelId="{2EE986CA-0317-44D0-9992-7E1308ADB349}" type="presParOf" srcId="{8E75F2EF-E96D-40E4-A0A8-BEC6CE8D27CC}" destId="{AD766E77-FCFC-4A1B-B6D7-80454969BBBF}" srcOrd="7" destOrd="0" presId="urn:microsoft.com/office/officeart/2018/2/layout/IconVerticalSolidList"/>
    <dgm:cxn modelId="{2D4E32A0-5011-4F77-A034-97620CB73D30}" type="presParOf" srcId="{8E75F2EF-E96D-40E4-A0A8-BEC6CE8D27CC}" destId="{588B31D6-5E27-47CC-A5CD-1916CC579B83}" srcOrd="8" destOrd="0" presId="urn:microsoft.com/office/officeart/2018/2/layout/IconVerticalSolidList"/>
    <dgm:cxn modelId="{BFA3DA5B-B1B5-415F-8268-0A41E1D57BFE}" type="presParOf" srcId="{588B31D6-5E27-47CC-A5CD-1916CC579B83}" destId="{C17A1CFE-01DF-47DB-BBCC-0CDF8E2BEA7F}" srcOrd="0" destOrd="0" presId="urn:microsoft.com/office/officeart/2018/2/layout/IconVerticalSolidList"/>
    <dgm:cxn modelId="{95212D84-C031-4E20-BDE4-55BF1483498C}" type="presParOf" srcId="{588B31D6-5E27-47CC-A5CD-1916CC579B83}" destId="{C8C28BA7-F2D7-422C-8072-037001DE2E08}" srcOrd="1" destOrd="0" presId="urn:microsoft.com/office/officeart/2018/2/layout/IconVerticalSolidList"/>
    <dgm:cxn modelId="{5EC389BE-82D7-4B81-AFF6-6E0F42068DF6}" type="presParOf" srcId="{588B31D6-5E27-47CC-A5CD-1916CC579B83}" destId="{A4BC7BC5-BA31-4B1D-9E9D-FD0FB5B95CD8}" srcOrd="2" destOrd="0" presId="urn:microsoft.com/office/officeart/2018/2/layout/IconVerticalSolidList"/>
    <dgm:cxn modelId="{08F114A1-B9F2-43C6-A862-19E83E8A6238}" type="presParOf" srcId="{588B31D6-5E27-47CC-A5CD-1916CC579B83}" destId="{E27B38A1-62AD-4CA9-9DB8-F14F9816656E}" srcOrd="3" destOrd="0" presId="urn:microsoft.com/office/officeart/2018/2/layout/IconVerticalSolidList"/>
    <dgm:cxn modelId="{C82AE38F-F8EC-4D23-823E-EA492BACE6E6}" type="presParOf" srcId="{588B31D6-5E27-47CC-A5CD-1916CC579B83}" destId="{CE820910-1756-4543-ABB3-0D3DF1232CE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B6D27A2-0747-444D-9947-A0E801EF2B78}" type="doc">
      <dgm:prSet loTypeId="urn:microsoft.com/office/officeart/2005/8/layout/vList5" loCatId="list" qsTypeId="urn:microsoft.com/office/officeart/2005/8/quickstyle/simple1#6" qsCatId="simple" csTypeId="urn:microsoft.com/office/officeart/2005/8/colors/accent0_2#4" csCatId="mainScheme"/>
      <dgm:spPr/>
      <dgm:t>
        <a:bodyPr/>
        <a:lstStyle/>
        <a:p>
          <a:endParaRPr lang="en-IN"/>
        </a:p>
      </dgm:t>
    </dgm:pt>
    <dgm:pt modelId="{9162FE27-DE04-4810-9C60-F5580A44F048}">
      <dgm:prSet custT="1"/>
      <dgm:spPr/>
      <dgm:t>
        <a:bodyPr/>
        <a:lstStyle/>
        <a:p>
          <a:pPr rtl="0"/>
          <a:r>
            <a:rPr lang="en-US" sz="2800">
              <a:latin typeface="Google"/>
            </a:rPr>
            <a:t>This is the internal memory or world model that the agent uses to make sense of its environment. It can be: </a:t>
          </a:r>
          <a:endParaRPr lang="en-IN" sz="2800">
            <a:latin typeface="Google"/>
          </a:endParaRPr>
        </a:p>
      </dgm:t>
    </dgm:pt>
    <dgm:pt modelId="{B8F895F5-3368-4E34-AB9B-250FFB44A98E}" type="parTrans" cxnId="{1E098046-6DD3-4133-AD6C-25222CB399A2}">
      <dgm:prSet/>
      <dgm:spPr/>
      <dgm:t>
        <a:bodyPr/>
        <a:lstStyle/>
        <a:p>
          <a:endParaRPr lang="en-IN"/>
        </a:p>
      </dgm:t>
    </dgm:pt>
    <dgm:pt modelId="{531E6A4C-949F-49E2-9D11-D6280F3C0FA3}" type="sibTrans" cxnId="{1E098046-6DD3-4133-AD6C-25222CB399A2}">
      <dgm:prSet/>
      <dgm:spPr/>
      <dgm:t>
        <a:bodyPr/>
        <a:lstStyle/>
        <a:p>
          <a:endParaRPr lang="en-IN"/>
        </a:p>
      </dgm:t>
    </dgm:pt>
    <dgm:pt modelId="{8C412DF8-BD07-4F44-BB78-B9562087F34B}">
      <dgm:prSet custT="1"/>
      <dgm:spPr/>
      <dgm:t>
        <a:bodyPr/>
        <a:lstStyle/>
        <a:p>
          <a:pPr rtl="0"/>
          <a:r>
            <a:rPr lang="en-US" sz="1800">
              <a:latin typeface="Google"/>
            </a:rPr>
            <a:t>Pre-programmed facts or logic rules </a:t>
          </a:r>
          <a:endParaRPr lang="en-IN" sz="1800">
            <a:latin typeface="Google"/>
          </a:endParaRPr>
        </a:p>
      </dgm:t>
    </dgm:pt>
    <dgm:pt modelId="{07D9ECB6-CAD0-458B-BCB2-A4EF110293CA}" type="parTrans" cxnId="{74C29C16-FA35-4E7F-A5CD-0F68F2548985}">
      <dgm:prSet/>
      <dgm:spPr/>
      <dgm:t>
        <a:bodyPr/>
        <a:lstStyle/>
        <a:p>
          <a:endParaRPr lang="en-IN"/>
        </a:p>
      </dgm:t>
    </dgm:pt>
    <dgm:pt modelId="{840D25F8-2C07-4446-8606-8B836E19E218}" type="sibTrans" cxnId="{74C29C16-FA35-4E7F-A5CD-0F68F2548985}">
      <dgm:prSet/>
      <dgm:spPr/>
      <dgm:t>
        <a:bodyPr/>
        <a:lstStyle/>
        <a:p>
          <a:endParaRPr lang="en-IN"/>
        </a:p>
      </dgm:t>
    </dgm:pt>
    <dgm:pt modelId="{D7FB882A-8C7C-4CFE-9C92-F76D1946D4F8}">
      <dgm:prSet custT="1"/>
      <dgm:spPr/>
      <dgm:t>
        <a:bodyPr/>
        <a:lstStyle/>
        <a:p>
          <a:pPr rtl="0"/>
          <a:r>
            <a:rPr lang="en-US" sz="1800">
              <a:latin typeface="Google"/>
            </a:rPr>
            <a:t>Learned models from data (e.g., neural networks, decision trees) </a:t>
          </a:r>
          <a:endParaRPr lang="en-IN" sz="1800">
            <a:latin typeface="Google"/>
          </a:endParaRPr>
        </a:p>
      </dgm:t>
    </dgm:pt>
    <dgm:pt modelId="{77E9E9D0-E905-469B-BDE6-5F3227B6CDE1}" type="parTrans" cxnId="{EA7A2204-24D2-4D34-9D0C-59552FAD6259}">
      <dgm:prSet/>
      <dgm:spPr/>
      <dgm:t>
        <a:bodyPr/>
        <a:lstStyle/>
        <a:p>
          <a:endParaRPr lang="en-IN"/>
        </a:p>
      </dgm:t>
    </dgm:pt>
    <dgm:pt modelId="{4551C661-C1F2-4A6C-AC55-33C70DCCEFD9}" type="sibTrans" cxnId="{EA7A2204-24D2-4D34-9D0C-59552FAD6259}">
      <dgm:prSet/>
      <dgm:spPr/>
      <dgm:t>
        <a:bodyPr/>
        <a:lstStyle/>
        <a:p>
          <a:endParaRPr lang="en-IN"/>
        </a:p>
      </dgm:t>
    </dgm:pt>
    <dgm:pt modelId="{4F073B32-017A-4CE5-AC90-3B2C511B9508}">
      <dgm:prSet custT="1"/>
      <dgm:spPr/>
      <dgm:t>
        <a:bodyPr/>
        <a:lstStyle/>
        <a:p>
          <a:pPr rtl="0"/>
          <a:r>
            <a:rPr lang="en-US" sz="1800">
              <a:latin typeface="Google"/>
            </a:rPr>
            <a:t>Ontologies or knowledge graphs (structured semantic data) </a:t>
          </a:r>
          <a:endParaRPr lang="en-IN" sz="1800">
            <a:latin typeface="Google"/>
          </a:endParaRPr>
        </a:p>
      </dgm:t>
    </dgm:pt>
    <dgm:pt modelId="{DF46E9D2-AF54-4E19-8CEF-550C02DCE88A}" type="parTrans" cxnId="{2956D6C7-3E76-4158-A7B2-2134E1F8E5D4}">
      <dgm:prSet/>
      <dgm:spPr/>
      <dgm:t>
        <a:bodyPr/>
        <a:lstStyle/>
        <a:p>
          <a:endParaRPr lang="en-IN"/>
        </a:p>
      </dgm:t>
    </dgm:pt>
    <dgm:pt modelId="{EB6E873A-6BC3-47F8-881D-DC41202A40F5}" type="sibTrans" cxnId="{2956D6C7-3E76-4158-A7B2-2134E1F8E5D4}">
      <dgm:prSet/>
      <dgm:spPr/>
      <dgm:t>
        <a:bodyPr/>
        <a:lstStyle/>
        <a:p>
          <a:endParaRPr lang="en-IN"/>
        </a:p>
      </dgm:t>
    </dgm:pt>
    <dgm:pt modelId="{8D0F346D-9E60-46A7-8213-E87CF758FEA5}">
      <dgm:prSet custT="1"/>
      <dgm:spPr/>
      <dgm:t>
        <a:bodyPr/>
        <a:lstStyle/>
        <a:p>
          <a:pPr rtl="0"/>
          <a:r>
            <a:rPr lang="en-US" sz="1800">
              <a:latin typeface="Google"/>
            </a:rPr>
            <a:t>Context memory (in LLMs and task agents)</a:t>
          </a:r>
          <a:endParaRPr lang="en-IN" sz="1800">
            <a:latin typeface="Google"/>
          </a:endParaRPr>
        </a:p>
      </dgm:t>
    </dgm:pt>
    <dgm:pt modelId="{A38E4F4B-BA1B-4C23-B475-0FCF34471DF5}" type="parTrans" cxnId="{9F987E95-443E-4B47-B731-F72FF3D9AE33}">
      <dgm:prSet/>
      <dgm:spPr/>
      <dgm:t>
        <a:bodyPr/>
        <a:lstStyle/>
        <a:p>
          <a:endParaRPr lang="en-IN"/>
        </a:p>
      </dgm:t>
    </dgm:pt>
    <dgm:pt modelId="{B9B92D28-4025-4A36-A598-5F5B5C00D070}" type="sibTrans" cxnId="{9F987E95-443E-4B47-B731-F72FF3D9AE33}">
      <dgm:prSet/>
      <dgm:spPr/>
      <dgm:t>
        <a:bodyPr/>
        <a:lstStyle/>
        <a:p>
          <a:endParaRPr lang="en-IN"/>
        </a:p>
      </dgm:t>
    </dgm:pt>
    <dgm:pt modelId="{94867231-78CF-4C4D-98C1-0502533A8EEA}" type="pres">
      <dgm:prSet presAssocID="{6B6D27A2-0747-444D-9947-A0E801EF2B78}" presName="Name0" presStyleCnt="0">
        <dgm:presLayoutVars>
          <dgm:dir/>
          <dgm:animLvl val="lvl"/>
          <dgm:resizeHandles val="exact"/>
        </dgm:presLayoutVars>
      </dgm:prSet>
      <dgm:spPr/>
    </dgm:pt>
    <dgm:pt modelId="{A0F5D16C-AEE8-4E73-89F7-8B56DCC97942}" type="pres">
      <dgm:prSet presAssocID="{9162FE27-DE04-4810-9C60-F5580A44F048}" presName="linNode" presStyleCnt="0"/>
      <dgm:spPr/>
    </dgm:pt>
    <dgm:pt modelId="{8666ED7A-C1E6-4E91-93F0-FC71FF91D6BD}" type="pres">
      <dgm:prSet presAssocID="{9162FE27-DE04-4810-9C60-F5580A44F048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37C3B5FE-A4F4-4934-B2AD-5BD346A004AA}" type="pres">
      <dgm:prSet presAssocID="{9162FE27-DE04-4810-9C60-F5580A44F048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EA7A2204-24D2-4D34-9D0C-59552FAD6259}" srcId="{9162FE27-DE04-4810-9C60-F5580A44F048}" destId="{D7FB882A-8C7C-4CFE-9C92-F76D1946D4F8}" srcOrd="1" destOrd="0" parTransId="{77E9E9D0-E905-469B-BDE6-5F3227B6CDE1}" sibTransId="{4551C661-C1F2-4A6C-AC55-33C70DCCEFD9}"/>
    <dgm:cxn modelId="{74C29C16-FA35-4E7F-A5CD-0F68F2548985}" srcId="{9162FE27-DE04-4810-9C60-F5580A44F048}" destId="{8C412DF8-BD07-4F44-BB78-B9562087F34B}" srcOrd="0" destOrd="0" parTransId="{07D9ECB6-CAD0-458B-BCB2-A4EF110293CA}" sibTransId="{840D25F8-2C07-4446-8606-8B836E19E218}"/>
    <dgm:cxn modelId="{D354415B-DE1E-4AEB-B8B2-267D60D55224}" type="presOf" srcId="{8C412DF8-BD07-4F44-BB78-B9562087F34B}" destId="{37C3B5FE-A4F4-4934-B2AD-5BD346A004AA}" srcOrd="0" destOrd="0" presId="urn:microsoft.com/office/officeart/2005/8/layout/vList5"/>
    <dgm:cxn modelId="{7FE49661-E0FB-4BEF-9A09-C4A2BE359929}" type="presOf" srcId="{4F073B32-017A-4CE5-AC90-3B2C511B9508}" destId="{37C3B5FE-A4F4-4934-B2AD-5BD346A004AA}" srcOrd="0" destOrd="2" presId="urn:microsoft.com/office/officeart/2005/8/layout/vList5"/>
    <dgm:cxn modelId="{1E098046-6DD3-4133-AD6C-25222CB399A2}" srcId="{6B6D27A2-0747-444D-9947-A0E801EF2B78}" destId="{9162FE27-DE04-4810-9C60-F5580A44F048}" srcOrd="0" destOrd="0" parTransId="{B8F895F5-3368-4E34-AB9B-250FFB44A98E}" sibTransId="{531E6A4C-949F-49E2-9D11-D6280F3C0FA3}"/>
    <dgm:cxn modelId="{0B84F86C-9971-49CA-A573-8BA465A44220}" type="presOf" srcId="{9162FE27-DE04-4810-9C60-F5580A44F048}" destId="{8666ED7A-C1E6-4E91-93F0-FC71FF91D6BD}" srcOrd="0" destOrd="0" presId="urn:microsoft.com/office/officeart/2005/8/layout/vList5"/>
    <dgm:cxn modelId="{9F987E95-443E-4B47-B731-F72FF3D9AE33}" srcId="{9162FE27-DE04-4810-9C60-F5580A44F048}" destId="{8D0F346D-9E60-46A7-8213-E87CF758FEA5}" srcOrd="3" destOrd="0" parTransId="{A38E4F4B-BA1B-4C23-B475-0FCF34471DF5}" sibTransId="{B9B92D28-4025-4A36-A598-5F5B5C00D070}"/>
    <dgm:cxn modelId="{836E1ABF-7AF2-405E-9FB4-317368640012}" type="presOf" srcId="{8D0F346D-9E60-46A7-8213-E87CF758FEA5}" destId="{37C3B5FE-A4F4-4934-B2AD-5BD346A004AA}" srcOrd="0" destOrd="3" presId="urn:microsoft.com/office/officeart/2005/8/layout/vList5"/>
    <dgm:cxn modelId="{A90677C1-7FFC-45EA-A283-36D27748BDFD}" type="presOf" srcId="{6B6D27A2-0747-444D-9947-A0E801EF2B78}" destId="{94867231-78CF-4C4D-98C1-0502533A8EEA}" srcOrd="0" destOrd="0" presId="urn:microsoft.com/office/officeart/2005/8/layout/vList5"/>
    <dgm:cxn modelId="{2956D6C7-3E76-4158-A7B2-2134E1F8E5D4}" srcId="{9162FE27-DE04-4810-9C60-F5580A44F048}" destId="{4F073B32-017A-4CE5-AC90-3B2C511B9508}" srcOrd="2" destOrd="0" parTransId="{DF46E9D2-AF54-4E19-8CEF-550C02DCE88A}" sibTransId="{EB6E873A-6BC3-47F8-881D-DC41202A40F5}"/>
    <dgm:cxn modelId="{0E8235CF-E766-4A66-8514-CC258100A6B5}" type="presOf" srcId="{D7FB882A-8C7C-4CFE-9C92-F76D1946D4F8}" destId="{37C3B5FE-A4F4-4934-B2AD-5BD346A004AA}" srcOrd="0" destOrd="1" presId="urn:microsoft.com/office/officeart/2005/8/layout/vList5"/>
    <dgm:cxn modelId="{3D3BFF00-F3A4-4439-82D6-9AE2A9613D2C}" type="presParOf" srcId="{94867231-78CF-4C4D-98C1-0502533A8EEA}" destId="{A0F5D16C-AEE8-4E73-89F7-8B56DCC97942}" srcOrd="0" destOrd="0" presId="urn:microsoft.com/office/officeart/2005/8/layout/vList5"/>
    <dgm:cxn modelId="{8F4AEBD2-4A01-43B1-A4DF-639BB87D4917}" type="presParOf" srcId="{A0F5D16C-AEE8-4E73-89F7-8B56DCC97942}" destId="{8666ED7A-C1E6-4E91-93F0-FC71FF91D6BD}" srcOrd="0" destOrd="0" presId="urn:microsoft.com/office/officeart/2005/8/layout/vList5"/>
    <dgm:cxn modelId="{0F19C2E1-85F5-4464-BE15-8B7B672BAF7A}" type="presParOf" srcId="{A0F5D16C-AEE8-4E73-89F7-8B56DCC97942}" destId="{37C3B5FE-A4F4-4934-B2AD-5BD346A004A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2AC527-60FB-45CB-A780-29D3B71EF77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EC0F350-5EBE-4127-98B1-61941AD2862D}">
      <dgm:prSet/>
      <dgm:spPr/>
      <dgm:t>
        <a:bodyPr/>
        <a:lstStyle/>
        <a:p>
          <a:r>
            <a:rPr lang="en-US"/>
            <a:t>Once the agent knows the situation, it needs to decide what to do next. This is where logic, learning, and sometimes search algorithms come in. </a:t>
          </a:r>
        </a:p>
      </dgm:t>
    </dgm:pt>
    <dgm:pt modelId="{D22A425F-62DF-42E2-B910-0A52F663A1CF}" type="parTrans" cxnId="{23CB3102-FC94-4FCC-ACF0-CCCC2E640B93}">
      <dgm:prSet/>
      <dgm:spPr/>
      <dgm:t>
        <a:bodyPr/>
        <a:lstStyle/>
        <a:p>
          <a:endParaRPr lang="en-US"/>
        </a:p>
      </dgm:t>
    </dgm:pt>
    <dgm:pt modelId="{4AFCA3AA-A23B-444E-A93A-73AE3FBC8AE4}" type="sibTrans" cxnId="{23CB3102-FC94-4FCC-ACF0-CCCC2E640B93}">
      <dgm:prSet/>
      <dgm:spPr/>
      <dgm:t>
        <a:bodyPr/>
        <a:lstStyle/>
        <a:p>
          <a:endParaRPr lang="en-US"/>
        </a:p>
      </dgm:t>
    </dgm:pt>
    <dgm:pt modelId="{ED1CDFFD-6871-40C2-892B-CBC459D55EB9}">
      <dgm:prSet/>
      <dgm:spPr/>
      <dgm:t>
        <a:bodyPr/>
        <a:lstStyle/>
        <a:p>
          <a:r>
            <a:rPr lang="en-US"/>
            <a:t>Rule-based reasoning (IF-THEN logic) </a:t>
          </a:r>
        </a:p>
      </dgm:t>
    </dgm:pt>
    <dgm:pt modelId="{991A5952-0ACA-487A-90F7-0BCCAB97FB56}" type="parTrans" cxnId="{CE7B81D5-FDAC-4719-95CE-30A203336667}">
      <dgm:prSet/>
      <dgm:spPr/>
      <dgm:t>
        <a:bodyPr/>
        <a:lstStyle/>
        <a:p>
          <a:endParaRPr lang="en-US"/>
        </a:p>
      </dgm:t>
    </dgm:pt>
    <dgm:pt modelId="{622AC3E4-9B65-4B5F-8C86-341FA38D6161}" type="sibTrans" cxnId="{CE7B81D5-FDAC-4719-95CE-30A203336667}">
      <dgm:prSet/>
      <dgm:spPr/>
      <dgm:t>
        <a:bodyPr/>
        <a:lstStyle/>
        <a:p>
          <a:endParaRPr lang="en-US"/>
        </a:p>
      </dgm:t>
    </dgm:pt>
    <dgm:pt modelId="{09963D0D-FEE0-4075-86D8-F5A03649D2BA}">
      <dgm:prSet/>
      <dgm:spPr/>
      <dgm:t>
        <a:bodyPr/>
        <a:lstStyle/>
        <a:p>
          <a:r>
            <a:rPr lang="en-US"/>
            <a:t>Search algorithms (like A* , DFS, etc. for path finding) </a:t>
          </a:r>
        </a:p>
      </dgm:t>
    </dgm:pt>
    <dgm:pt modelId="{0F75B51D-613A-42D7-8393-2D75EAD9C393}" type="parTrans" cxnId="{A8CF3921-5FFE-4D88-8660-EB347645EEE7}">
      <dgm:prSet/>
      <dgm:spPr/>
      <dgm:t>
        <a:bodyPr/>
        <a:lstStyle/>
        <a:p>
          <a:endParaRPr lang="en-US"/>
        </a:p>
      </dgm:t>
    </dgm:pt>
    <dgm:pt modelId="{DB7825E0-F93B-4E31-BC73-5AEDCFE1FA82}" type="sibTrans" cxnId="{A8CF3921-5FFE-4D88-8660-EB347645EEE7}">
      <dgm:prSet/>
      <dgm:spPr/>
      <dgm:t>
        <a:bodyPr/>
        <a:lstStyle/>
        <a:p>
          <a:endParaRPr lang="en-US"/>
        </a:p>
      </dgm:t>
    </dgm:pt>
    <dgm:pt modelId="{82EA349D-ED50-4D8C-8AE7-848D2F05ED0A}">
      <dgm:prSet/>
      <dgm:spPr/>
      <dgm:t>
        <a:bodyPr/>
        <a:lstStyle/>
        <a:p>
          <a:r>
            <a:rPr lang="en-US"/>
            <a:t>Goal-based planning (deciding steps to reach an outcome) </a:t>
          </a:r>
        </a:p>
      </dgm:t>
    </dgm:pt>
    <dgm:pt modelId="{3B901BB3-678B-4208-BF2A-7FDD03118F75}" type="parTrans" cxnId="{9AEC6BB5-C2A2-424A-AF9B-FD133FE7AD30}">
      <dgm:prSet/>
      <dgm:spPr/>
      <dgm:t>
        <a:bodyPr/>
        <a:lstStyle/>
        <a:p>
          <a:endParaRPr lang="en-US"/>
        </a:p>
      </dgm:t>
    </dgm:pt>
    <dgm:pt modelId="{190D5173-6E01-4100-BC0F-6F013221478F}" type="sibTrans" cxnId="{9AEC6BB5-C2A2-424A-AF9B-FD133FE7AD30}">
      <dgm:prSet/>
      <dgm:spPr/>
      <dgm:t>
        <a:bodyPr/>
        <a:lstStyle/>
        <a:p>
          <a:endParaRPr lang="en-US"/>
        </a:p>
      </dgm:t>
    </dgm:pt>
    <dgm:pt modelId="{96B0DB37-F3F2-45D1-9A03-074014D1B9A1}">
      <dgm:prSet/>
      <dgm:spPr/>
      <dgm:t>
        <a:bodyPr/>
        <a:lstStyle/>
        <a:p>
          <a:r>
            <a:rPr lang="en-US"/>
            <a:t>Reinforcement learning (learning what actions yield rewards) </a:t>
          </a:r>
        </a:p>
      </dgm:t>
    </dgm:pt>
    <dgm:pt modelId="{88E7C679-CD0C-43A2-BC20-50831B6ACAD3}" type="parTrans" cxnId="{897998D1-20E4-4B42-B884-2E47576848B9}">
      <dgm:prSet/>
      <dgm:spPr/>
      <dgm:t>
        <a:bodyPr/>
        <a:lstStyle/>
        <a:p>
          <a:endParaRPr lang="en-US"/>
        </a:p>
      </dgm:t>
    </dgm:pt>
    <dgm:pt modelId="{BD4DA7DF-CF39-41F3-9059-7EA61C555039}" type="sibTrans" cxnId="{897998D1-20E4-4B42-B884-2E47576848B9}">
      <dgm:prSet/>
      <dgm:spPr/>
      <dgm:t>
        <a:bodyPr/>
        <a:lstStyle/>
        <a:p>
          <a:endParaRPr lang="en-US"/>
        </a:p>
      </dgm:t>
    </dgm:pt>
    <dgm:pt modelId="{FF28C07E-65BA-459C-9CBE-2AF8D8375783}">
      <dgm:prSet/>
      <dgm:spPr/>
      <dgm:t>
        <a:bodyPr/>
        <a:lstStyle/>
        <a:p>
          <a:r>
            <a:rPr lang="en-US"/>
            <a:t>This part is like the strategist brain of the agent—analyzing, weighing options, and planning.</a:t>
          </a:r>
        </a:p>
      </dgm:t>
    </dgm:pt>
    <dgm:pt modelId="{1036D58D-4E14-4597-A4A9-6594CACB1DFA}" type="parTrans" cxnId="{62F6B2FD-A0CF-4437-ADD5-1CD5849CE0D0}">
      <dgm:prSet/>
      <dgm:spPr/>
      <dgm:t>
        <a:bodyPr/>
        <a:lstStyle/>
        <a:p>
          <a:endParaRPr lang="en-US"/>
        </a:p>
      </dgm:t>
    </dgm:pt>
    <dgm:pt modelId="{C9F9809E-65B7-4976-AB29-AE9BCFD5A82B}" type="sibTrans" cxnId="{62F6B2FD-A0CF-4437-ADD5-1CD5849CE0D0}">
      <dgm:prSet/>
      <dgm:spPr/>
      <dgm:t>
        <a:bodyPr/>
        <a:lstStyle/>
        <a:p>
          <a:endParaRPr lang="en-US"/>
        </a:p>
      </dgm:t>
    </dgm:pt>
    <dgm:pt modelId="{AF94B224-2121-46B0-83DE-1E32CF0CB456}" type="pres">
      <dgm:prSet presAssocID="{9A2AC527-60FB-45CB-A780-29D3B71EF772}" presName="root" presStyleCnt="0">
        <dgm:presLayoutVars>
          <dgm:dir/>
          <dgm:resizeHandles val="exact"/>
        </dgm:presLayoutVars>
      </dgm:prSet>
      <dgm:spPr/>
    </dgm:pt>
    <dgm:pt modelId="{E12D2E3F-5639-45B7-A87D-23DC1992BC30}" type="pres">
      <dgm:prSet presAssocID="{FEC0F350-5EBE-4127-98B1-61941AD2862D}" presName="compNode" presStyleCnt="0"/>
      <dgm:spPr/>
    </dgm:pt>
    <dgm:pt modelId="{98B1DA93-3CE7-4E43-8D5B-70B75CFD7423}" type="pres">
      <dgm:prSet presAssocID="{FEC0F350-5EBE-4127-98B1-61941AD2862D}" presName="bgRect" presStyleLbl="bgShp" presStyleIdx="0" presStyleCnt="6"/>
      <dgm:spPr/>
    </dgm:pt>
    <dgm:pt modelId="{D8BECD41-173B-46D7-B4A9-0D3161E8A856}" type="pres">
      <dgm:prSet presAssocID="{FEC0F350-5EBE-4127-98B1-61941AD2862D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CEE42907-008C-42A8-A1FD-7F6FDE2A9C0A}" type="pres">
      <dgm:prSet presAssocID="{FEC0F350-5EBE-4127-98B1-61941AD2862D}" presName="spaceRect" presStyleCnt="0"/>
      <dgm:spPr/>
    </dgm:pt>
    <dgm:pt modelId="{6D58AD25-5B58-4655-AC46-E18D12A2C9E4}" type="pres">
      <dgm:prSet presAssocID="{FEC0F350-5EBE-4127-98B1-61941AD2862D}" presName="parTx" presStyleLbl="revTx" presStyleIdx="0" presStyleCnt="6">
        <dgm:presLayoutVars>
          <dgm:chMax val="0"/>
          <dgm:chPref val="0"/>
        </dgm:presLayoutVars>
      </dgm:prSet>
      <dgm:spPr/>
    </dgm:pt>
    <dgm:pt modelId="{EDBADD73-38BB-4E98-81C4-9519C848BE31}" type="pres">
      <dgm:prSet presAssocID="{4AFCA3AA-A23B-444E-A93A-73AE3FBC8AE4}" presName="sibTrans" presStyleCnt="0"/>
      <dgm:spPr/>
    </dgm:pt>
    <dgm:pt modelId="{16706EA3-76B6-4CA6-B864-69FC752738AB}" type="pres">
      <dgm:prSet presAssocID="{ED1CDFFD-6871-40C2-892B-CBC459D55EB9}" presName="compNode" presStyleCnt="0"/>
      <dgm:spPr/>
    </dgm:pt>
    <dgm:pt modelId="{E9371432-2F2C-4E73-8F55-39E5C4A6FDB7}" type="pres">
      <dgm:prSet presAssocID="{ED1CDFFD-6871-40C2-892B-CBC459D55EB9}" presName="bgRect" presStyleLbl="bgShp" presStyleIdx="1" presStyleCnt="6"/>
      <dgm:spPr/>
    </dgm:pt>
    <dgm:pt modelId="{2D6FAF66-865F-4448-A317-1B34EF8509FC}" type="pres">
      <dgm:prSet presAssocID="{ED1CDFFD-6871-40C2-892B-CBC459D55EB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92ADA64-1671-4AC3-80B1-C14BC5A022F5}" type="pres">
      <dgm:prSet presAssocID="{ED1CDFFD-6871-40C2-892B-CBC459D55EB9}" presName="spaceRect" presStyleCnt="0"/>
      <dgm:spPr/>
    </dgm:pt>
    <dgm:pt modelId="{716BA9D1-A32A-4301-973F-75B11E2095CD}" type="pres">
      <dgm:prSet presAssocID="{ED1CDFFD-6871-40C2-892B-CBC459D55EB9}" presName="parTx" presStyleLbl="revTx" presStyleIdx="1" presStyleCnt="6">
        <dgm:presLayoutVars>
          <dgm:chMax val="0"/>
          <dgm:chPref val="0"/>
        </dgm:presLayoutVars>
      </dgm:prSet>
      <dgm:spPr/>
    </dgm:pt>
    <dgm:pt modelId="{A1776135-5F8C-4FA9-B409-4F960F38EBEA}" type="pres">
      <dgm:prSet presAssocID="{622AC3E4-9B65-4B5F-8C86-341FA38D6161}" presName="sibTrans" presStyleCnt="0"/>
      <dgm:spPr/>
    </dgm:pt>
    <dgm:pt modelId="{E81515F6-66B8-4043-BB0D-5788E8A253E3}" type="pres">
      <dgm:prSet presAssocID="{09963D0D-FEE0-4075-86D8-F5A03649D2BA}" presName="compNode" presStyleCnt="0"/>
      <dgm:spPr/>
    </dgm:pt>
    <dgm:pt modelId="{8E5DBA8B-B007-47C2-8B26-DA572662A96A}" type="pres">
      <dgm:prSet presAssocID="{09963D0D-FEE0-4075-86D8-F5A03649D2BA}" presName="bgRect" presStyleLbl="bgShp" presStyleIdx="2" presStyleCnt="6"/>
      <dgm:spPr/>
    </dgm:pt>
    <dgm:pt modelId="{FFD5ACFD-7206-4C06-A139-325C1B7644A2}" type="pres">
      <dgm:prSet presAssocID="{09963D0D-FEE0-4075-86D8-F5A03649D2B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F3FEB6E9-40DD-4A1B-AC99-14437492B880}" type="pres">
      <dgm:prSet presAssocID="{09963D0D-FEE0-4075-86D8-F5A03649D2BA}" presName="spaceRect" presStyleCnt="0"/>
      <dgm:spPr/>
    </dgm:pt>
    <dgm:pt modelId="{4CE2562E-0AD0-47B5-829C-B09CB3F4FAE9}" type="pres">
      <dgm:prSet presAssocID="{09963D0D-FEE0-4075-86D8-F5A03649D2BA}" presName="parTx" presStyleLbl="revTx" presStyleIdx="2" presStyleCnt="6">
        <dgm:presLayoutVars>
          <dgm:chMax val="0"/>
          <dgm:chPref val="0"/>
        </dgm:presLayoutVars>
      </dgm:prSet>
      <dgm:spPr/>
    </dgm:pt>
    <dgm:pt modelId="{D31F3460-9D50-44F3-BFF1-8D732CBBD7C0}" type="pres">
      <dgm:prSet presAssocID="{DB7825E0-F93B-4E31-BC73-5AEDCFE1FA82}" presName="sibTrans" presStyleCnt="0"/>
      <dgm:spPr/>
    </dgm:pt>
    <dgm:pt modelId="{4982405F-C7DB-43FF-9398-B7E8C966F9B5}" type="pres">
      <dgm:prSet presAssocID="{82EA349D-ED50-4D8C-8AE7-848D2F05ED0A}" presName="compNode" presStyleCnt="0"/>
      <dgm:spPr/>
    </dgm:pt>
    <dgm:pt modelId="{0CBE3FEE-55F6-4847-8C5A-B3CFBE321E80}" type="pres">
      <dgm:prSet presAssocID="{82EA349D-ED50-4D8C-8AE7-848D2F05ED0A}" presName="bgRect" presStyleLbl="bgShp" presStyleIdx="3" presStyleCnt="6"/>
      <dgm:spPr/>
    </dgm:pt>
    <dgm:pt modelId="{272F0891-5455-478D-A592-380ABA6F60FD}" type="pres">
      <dgm:prSet presAssocID="{82EA349D-ED50-4D8C-8AE7-848D2F05ED0A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EF258CDC-0D2E-4CD1-9482-10E2A8FE36B3}" type="pres">
      <dgm:prSet presAssocID="{82EA349D-ED50-4D8C-8AE7-848D2F05ED0A}" presName="spaceRect" presStyleCnt="0"/>
      <dgm:spPr/>
    </dgm:pt>
    <dgm:pt modelId="{BA957DB1-5BB3-49E0-95DA-60519FC391FE}" type="pres">
      <dgm:prSet presAssocID="{82EA349D-ED50-4D8C-8AE7-848D2F05ED0A}" presName="parTx" presStyleLbl="revTx" presStyleIdx="3" presStyleCnt="6">
        <dgm:presLayoutVars>
          <dgm:chMax val="0"/>
          <dgm:chPref val="0"/>
        </dgm:presLayoutVars>
      </dgm:prSet>
      <dgm:spPr/>
    </dgm:pt>
    <dgm:pt modelId="{FF86D541-6B93-4583-BBC5-E8610D14B781}" type="pres">
      <dgm:prSet presAssocID="{190D5173-6E01-4100-BC0F-6F013221478F}" presName="sibTrans" presStyleCnt="0"/>
      <dgm:spPr/>
    </dgm:pt>
    <dgm:pt modelId="{47AB0D21-7380-4E05-AE02-858E31799482}" type="pres">
      <dgm:prSet presAssocID="{96B0DB37-F3F2-45D1-9A03-074014D1B9A1}" presName="compNode" presStyleCnt="0"/>
      <dgm:spPr/>
    </dgm:pt>
    <dgm:pt modelId="{8216148B-7AEE-48A4-AA6C-E1DA857A743A}" type="pres">
      <dgm:prSet presAssocID="{96B0DB37-F3F2-45D1-9A03-074014D1B9A1}" presName="bgRect" presStyleLbl="bgShp" presStyleIdx="4" presStyleCnt="6"/>
      <dgm:spPr/>
    </dgm:pt>
    <dgm:pt modelId="{4883E0E3-39CB-4EC9-A542-660EAC48E936}" type="pres">
      <dgm:prSet presAssocID="{96B0DB37-F3F2-45D1-9A03-074014D1B9A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41A095A0-DED9-45B5-9564-5BE6E90A17EE}" type="pres">
      <dgm:prSet presAssocID="{96B0DB37-F3F2-45D1-9A03-074014D1B9A1}" presName="spaceRect" presStyleCnt="0"/>
      <dgm:spPr/>
    </dgm:pt>
    <dgm:pt modelId="{6F07251E-F695-4304-A9BC-B536F9AC22DB}" type="pres">
      <dgm:prSet presAssocID="{96B0DB37-F3F2-45D1-9A03-074014D1B9A1}" presName="parTx" presStyleLbl="revTx" presStyleIdx="4" presStyleCnt="6">
        <dgm:presLayoutVars>
          <dgm:chMax val="0"/>
          <dgm:chPref val="0"/>
        </dgm:presLayoutVars>
      </dgm:prSet>
      <dgm:spPr/>
    </dgm:pt>
    <dgm:pt modelId="{C8675E2D-2EFE-4849-8842-378279CE3085}" type="pres">
      <dgm:prSet presAssocID="{BD4DA7DF-CF39-41F3-9059-7EA61C555039}" presName="sibTrans" presStyleCnt="0"/>
      <dgm:spPr/>
    </dgm:pt>
    <dgm:pt modelId="{498F7035-4A7E-4B75-9589-B01EF9FCCECF}" type="pres">
      <dgm:prSet presAssocID="{FF28C07E-65BA-459C-9CBE-2AF8D8375783}" presName="compNode" presStyleCnt="0"/>
      <dgm:spPr/>
    </dgm:pt>
    <dgm:pt modelId="{43EC3601-E212-4E20-B59B-ACC2DC27C341}" type="pres">
      <dgm:prSet presAssocID="{FF28C07E-65BA-459C-9CBE-2AF8D8375783}" presName="bgRect" presStyleLbl="bgShp" presStyleIdx="5" presStyleCnt="6"/>
      <dgm:spPr/>
    </dgm:pt>
    <dgm:pt modelId="{81F8F760-02DC-48D9-809B-B7DC0FCD5E6F}" type="pres">
      <dgm:prSet presAssocID="{FF28C07E-65BA-459C-9CBE-2AF8D8375783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2A4F45DC-7FE2-4BAC-BBC9-B5363E035257}" type="pres">
      <dgm:prSet presAssocID="{FF28C07E-65BA-459C-9CBE-2AF8D8375783}" presName="spaceRect" presStyleCnt="0"/>
      <dgm:spPr/>
    </dgm:pt>
    <dgm:pt modelId="{93E6FAB0-EB4B-48EE-B300-DC19B3E24E71}" type="pres">
      <dgm:prSet presAssocID="{FF28C07E-65BA-459C-9CBE-2AF8D8375783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3CB3102-FC94-4FCC-ACF0-CCCC2E640B93}" srcId="{9A2AC527-60FB-45CB-A780-29D3B71EF772}" destId="{FEC0F350-5EBE-4127-98B1-61941AD2862D}" srcOrd="0" destOrd="0" parTransId="{D22A425F-62DF-42E2-B910-0A52F663A1CF}" sibTransId="{4AFCA3AA-A23B-444E-A93A-73AE3FBC8AE4}"/>
    <dgm:cxn modelId="{4FC8091F-053E-48CA-8970-F75BD4500F01}" type="presOf" srcId="{82EA349D-ED50-4D8C-8AE7-848D2F05ED0A}" destId="{BA957DB1-5BB3-49E0-95DA-60519FC391FE}" srcOrd="0" destOrd="0" presId="urn:microsoft.com/office/officeart/2018/2/layout/IconVerticalSolidList"/>
    <dgm:cxn modelId="{0408A620-BB95-4F84-9064-961E6D35B009}" type="presOf" srcId="{FF28C07E-65BA-459C-9CBE-2AF8D8375783}" destId="{93E6FAB0-EB4B-48EE-B300-DC19B3E24E71}" srcOrd="0" destOrd="0" presId="urn:microsoft.com/office/officeart/2018/2/layout/IconVerticalSolidList"/>
    <dgm:cxn modelId="{A8CF3921-5FFE-4D88-8660-EB347645EEE7}" srcId="{9A2AC527-60FB-45CB-A780-29D3B71EF772}" destId="{09963D0D-FEE0-4075-86D8-F5A03649D2BA}" srcOrd="2" destOrd="0" parTransId="{0F75B51D-613A-42D7-8393-2D75EAD9C393}" sibTransId="{DB7825E0-F93B-4E31-BC73-5AEDCFE1FA82}"/>
    <dgm:cxn modelId="{4663CC22-3EC4-43DF-90C3-543294444C48}" type="presOf" srcId="{9A2AC527-60FB-45CB-A780-29D3B71EF772}" destId="{AF94B224-2121-46B0-83DE-1E32CF0CB456}" srcOrd="0" destOrd="0" presId="urn:microsoft.com/office/officeart/2018/2/layout/IconVerticalSolidList"/>
    <dgm:cxn modelId="{31C3107D-B0BA-4892-8FC9-A45C7B9D9C12}" type="presOf" srcId="{96B0DB37-F3F2-45D1-9A03-074014D1B9A1}" destId="{6F07251E-F695-4304-A9BC-B536F9AC22DB}" srcOrd="0" destOrd="0" presId="urn:microsoft.com/office/officeart/2018/2/layout/IconVerticalSolidList"/>
    <dgm:cxn modelId="{DC9DA39D-92BC-4832-B387-45A73D9D3C73}" type="presOf" srcId="{ED1CDFFD-6871-40C2-892B-CBC459D55EB9}" destId="{716BA9D1-A32A-4301-973F-75B11E2095CD}" srcOrd="0" destOrd="0" presId="urn:microsoft.com/office/officeart/2018/2/layout/IconVerticalSolidList"/>
    <dgm:cxn modelId="{9D8833A3-7C1E-448B-AB3A-E13C2016C6AD}" type="presOf" srcId="{FEC0F350-5EBE-4127-98B1-61941AD2862D}" destId="{6D58AD25-5B58-4655-AC46-E18D12A2C9E4}" srcOrd="0" destOrd="0" presId="urn:microsoft.com/office/officeart/2018/2/layout/IconVerticalSolidList"/>
    <dgm:cxn modelId="{9AEC6BB5-C2A2-424A-AF9B-FD133FE7AD30}" srcId="{9A2AC527-60FB-45CB-A780-29D3B71EF772}" destId="{82EA349D-ED50-4D8C-8AE7-848D2F05ED0A}" srcOrd="3" destOrd="0" parTransId="{3B901BB3-678B-4208-BF2A-7FDD03118F75}" sibTransId="{190D5173-6E01-4100-BC0F-6F013221478F}"/>
    <dgm:cxn modelId="{326CC5C2-C719-49DA-8399-A21B93E0539E}" type="presOf" srcId="{09963D0D-FEE0-4075-86D8-F5A03649D2BA}" destId="{4CE2562E-0AD0-47B5-829C-B09CB3F4FAE9}" srcOrd="0" destOrd="0" presId="urn:microsoft.com/office/officeart/2018/2/layout/IconVerticalSolidList"/>
    <dgm:cxn modelId="{897998D1-20E4-4B42-B884-2E47576848B9}" srcId="{9A2AC527-60FB-45CB-A780-29D3B71EF772}" destId="{96B0DB37-F3F2-45D1-9A03-074014D1B9A1}" srcOrd="4" destOrd="0" parTransId="{88E7C679-CD0C-43A2-BC20-50831B6ACAD3}" sibTransId="{BD4DA7DF-CF39-41F3-9059-7EA61C555039}"/>
    <dgm:cxn modelId="{CE7B81D5-FDAC-4719-95CE-30A203336667}" srcId="{9A2AC527-60FB-45CB-A780-29D3B71EF772}" destId="{ED1CDFFD-6871-40C2-892B-CBC459D55EB9}" srcOrd="1" destOrd="0" parTransId="{991A5952-0ACA-487A-90F7-0BCCAB97FB56}" sibTransId="{622AC3E4-9B65-4B5F-8C86-341FA38D6161}"/>
    <dgm:cxn modelId="{62F6B2FD-A0CF-4437-ADD5-1CD5849CE0D0}" srcId="{9A2AC527-60FB-45CB-A780-29D3B71EF772}" destId="{FF28C07E-65BA-459C-9CBE-2AF8D8375783}" srcOrd="5" destOrd="0" parTransId="{1036D58D-4E14-4597-A4A9-6594CACB1DFA}" sibTransId="{C9F9809E-65B7-4976-AB29-AE9BCFD5A82B}"/>
    <dgm:cxn modelId="{13A47B30-FA49-4DC3-A5AE-A2C91B48E9C3}" type="presParOf" srcId="{AF94B224-2121-46B0-83DE-1E32CF0CB456}" destId="{E12D2E3F-5639-45B7-A87D-23DC1992BC30}" srcOrd="0" destOrd="0" presId="urn:microsoft.com/office/officeart/2018/2/layout/IconVerticalSolidList"/>
    <dgm:cxn modelId="{EB2AAFC0-E6E0-41C5-A741-345BCC4CFA33}" type="presParOf" srcId="{E12D2E3F-5639-45B7-A87D-23DC1992BC30}" destId="{98B1DA93-3CE7-4E43-8D5B-70B75CFD7423}" srcOrd="0" destOrd="0" presId="urn:microsoft.com/office/officeart/2018/2/layout/IconVerticalSolidList"/>
    <dgm:cxn modelId="{864C8445-E87F-4BD6-847E-E75D01E40AD4}" type="presParOf" srcId="{E12D2E3F-5639-45B7-A87D-23DC1992BC30}" destId="{D8BECD41-173B-46D7-B4A9-0D3161E8A856}" srcOrd="1" destOrd="0" presId="urn:microsoft.com/office/officeart/2018/2/layout/IconVerticalSolidList"/>
    <dgm:cxn modelId="{A61BDA14-5526-40BE-AAD8-ED53C41AEA17}" type="presParOf" srcId="{E12D2E3F-5639-45B7-A87D-23DC1992BC30}" destId="{CEE42907-008C-42A8-A1FD-7F6FDE2A9C0A}" srcOrd="2" destOrd="0" presId="urn:microsoft.com/office/officeart/2018/2/layout/IconVerticalSolidList"/>
    <dgm:cxn modelId="{25A6021B-DB69-4217-AD5A-05842CA4DB19}" type="presParOf" srcId="{E12D2E3F-5639-45B7-A87D-23DC1992BC30}" destId="{6D58AD25-5B58-4655-AC46-E18D12A2C9E4}" srcOrd="3" destOrd="0" presId="urn:microsoft.com/office/officeart/2018/2/layout/IconVerticalSolidList"/>
    <dgm:cxn modelId="{F795BB5F-EDAB-44FC-AEF3-B4F8D3340292}" type="presParOf" srcId="{AF94B224-2121-46B0-83DE-1E32CF0CB456}" destId="{EDBADD73-38BB-4E98-81C4-9519C848BE31}" srcOrd="1" destOrd="0" presId="urn:microsoft.com/office/officeart/2018/2/layout/IconVerticalSolidList"/>
    <dgm:cxn modelId="{B7637182-CC2E-407A-BCBE-EE64331D5820}" type="presParOf" srcId="{AF94B224-2121-46B0-83DE-1E32CF0CB456}" destId="{16706EA3-76B6-4CA6-B864-69FC752738AB}" srcOrd="2" destOrd="0" presId="urn:microsoft.com/office/officeart/2018/2/layout/IconVerticalSolidList"/>
    <dgm:cxn modelId="{7364E3B8-F444-4291-ABAE-34142EB08A31}" type="presParOf" srcId="{16706EA3-76B6-4CA6-B864-69FC752738AB}" destId="{E9371432-2F2C-4E73-8F55-39E5C4A6FDB7}" srcOrd="0" destOrd="0" presId="urn:microsoft.com/office/officeart/2018/2/layout/IconVerticalSolidList"/>
    <dgm:cxn modelId="{F1DB266D-9A07-4FD9-84BB-EC1B11896CEA}" type="presParOf" srcId="{16706EA3-76B6-4CA6-B864-69FC752738AB}" destId="{2D6FAF66-865F-4448-A317-1B34EF8509FC}" srcOrd="1" destOrd="0" presId="urn:microsoft.com/office/officeart/2018/2/layout/IconVerticalSolidList"/>
    <dgm:cxn modelId="{6D5AE808-B5BC-4A91-B363-DE129AF4B052}" type="presParOf" srcId="{16706EA3-76B6-4CA6-B864-69FC752738AB}" destId="{792ADA64-1671-4AC3-80B1-C14BC5A022F5}" srcOrd="2" destOrd="0" presId="urn:microsoft.com/office/officeart/2018/2/layout/IconVerticalSolidList"/>
    <dgm:cxn modelId="{D406B320-3558-4F42-ADA9-C2200B038750}" type="presParOf" srcId="{16706EA3-76B6-4CA6-B864-69FC752738AB}" destId="{716BA9D1-A32A-4301-973F-75B11E2095CD}" srcOrd="3" destOrd="0" presId="urn:microsoft.com/office/officeart/2018/2/layout/IconVerticalSolidList"/>
    <dgm:cxn modelId="{970E12A9-6FC8-4A54-9CF9-9C8EF07ED5BA}" type="presParOf" srcId="{AF94B224-2121-46B0-83DE-1E32CF0CB456}" destId="{A1776135-5F8C-4FA9-B409-4F960F38EBEA}" srcOrd="3" destOrd="0" presId="urn:microsoft.com/office/officeart/2018/2/layout/IconVerticalSolidList"/>
    <dgm:cxn modelId="{CD41F9C0-7CC9-420E-BBBC-469B001A57A1}" type="presParOf" srcId="{AF94B224-2121-46B0-83DE-1E32CF0CB456}" destId="{E81515F6-66B8-4043-BB0D-5788E8A253E3}" srcOrd="4" destOrd="0" presId="urn:microsoft.com/office/officeart/2018/2/layout/IconVerticalSolidList"/>
    <dgm:cxn modelId="{BD5909C3-7EA8-4A8A-8921-877ED4777989}" type="presParOf" srcId="{E81515F6-66B8-4043-BB0D-5788E8A253E3}" destId="{8E5DBA8B-B007-47C2-8B26-DA572662A96A}" srcOrd="0" destOrd="0" presId="urn:microsoft.com/office/officeart/2018/2/layout/IconVerticalSolidList"/>
    <dgm:cxn modelId="{4E201E3D-CA58-4F77-9B69-CAC58204073C}" type="presParOf" srcId="{E81515F6-66B8-4043-BB0D-5788E8A253E3}" destId="{FFD5ACFD-7206-4C06-A139-325C1B7644A2}" srcOrd="1" destOrd="0" presId="urn:microsoft.com/office/officeart/2018/2/layout/IconVerticalSolidList"/>
    <dgm:cxn modelId="{BB3C9AFF-545E-40FC-B459-66C8420E438A}" type="presParOf" srcId="{E81515F6-66B8-4043-BB0D-5788E8A253E3}" destId="{F3FEB6E9-40DD-4A1B-AC99-14437492B880}" srcOrd="2" destOrd="0" presId="urn:microsoft.com/office/officeart/2018/2/layout/IconVerticalSolidList"/>
    <dgm:cxn modelId="{EFFF3C46-D04B-43EA-847A-23AB66663036}" type="presParOf" srcId="{E81515F6-66B8-4043-BB0D-5788E8A253E3}" destId="{4CE2562E-0AD0-47B5-829C-B09CB3F4FAE9}" srcOrd="3" destOrd="0" presId="urn:microsoft.com/office/officeart/2018/2/layout/IconVerticalSolidList"/>
    <dgm:cxn modelId="{CBAEEDD7-E7C8-4DAF-8010-691282F6D7D4}" type="presParOf" srcId="{AF94B224-2121-46B0-83DE-1E32CF0CB456}" destId="{D31F3460-9D50-44F3-BFF1-8D732CBBD7C0}" srcOrd="5" destOrd="0" presId="urn:microsoft.com/office/officeart/2018/2/layout/IconVerticalSolidList"/>
    <dgm:cxn modelId="{C7525820-4BEF-4205-AC71-D16A521018FC}" type="presParOf" srcId="{AF94B224-2121-46B0-83DE-1E32CF0CB456}" destId="{4982405F-C7DB-43FF-9398-B7E8C966F9B5}" srcOrd="6" destOrd="0" presId="urn:microsoft.com/office/officeart/2018/2/layout/IconVerticalSolidList"/>
    <dgm:cxn modelId="{B3599377-3D97-49E5-8AED-FC02950DA59A}" type="presParOf" srcId="{4982405F-C7DB-43FF-9398-B7E8C966F9B5}" destId="{0CBE3FEE-55F6-4847-8C5A-B3CFBE321E80}" srcOrd="0" destOrd="0" presId="urn:microsoft.com/office/officeart/2018/2/layout/IconVerticalSolidList"/>
    <dgm:cxn modelId="{5AB80200-6A2E-4336-9AD2-2338E1F69ED0}" type="presParOf" srcId="{4982405F-C7DB-43FF-9398-B7E8C966F9B5}" destId="{272F0891-5455-478D-A592-380ABA6F60FD}" srcOrd="1" destOrd="0" presId="urn:microsoft.com/office/officeart/2018/2/layout/IconVerticalSolidList"/>
    <dgm:cxn modelId="{C08EC90B-60E2-4248-8A72-2123800BA61F}" type="presParOf" srcId="{4982405F-C7DB-43FF-9398-B7E8C966F9B5}" destId="{EF258CDC-0D2E-4CD1-9482-10E2A8FE36B3}" srcOrd="2" destOrd="0" presId="urn:microsoft.com/office/officeart/2018/2/layout/IconVerticalSolidList"/>
    <dgm:cxn modelId="{62849972-0B8C-4828-94ED-67B51B681A2C}" type="presParOf" srcId="{4982405F-C7DB-43FF-9398-B7E8C966F9B5}" destId="{BA957DB1-5BB3-49E0-95DA-60519FC391FE}" srcOrd="3" destOrd="0" presId="urn:microsoft.com/office/officeart/2018/2/layout/IconVerticalSolidList"/>
    <dgm:cxn modelId="{02D450DB-1287-43D1-B9C7-676CC169F6F5}" type="presParOf" srcId="{AF94B224-2121-46B0-83DE-1E32CF0CB456}" destId="{FF86D541-6B93-4583-BBC5-E8610D14B781}" srcOrd="7" destOrd="0" presId="urn:microsoft.com/office/officeart/2018/2/layout/IconVerticalSolidList"/>
    <dgm:cxn modelId="{9671D1AD-C7BE-4B95-A3C3-C6DCE076AA1A}" type="presParOf" srcId="{AF94B224-2121-46B0-83DE-1E32CF0CB456}" destId="{47AB0D21-7380-4E05-AE02-858E31799482}" srcOrd="8" destOrd="0" presId="urn:microsoft.com/office/officeart/2018/2/layout/IconVerticalSolidList"/>
    <dgm:cxn modelId="{C647C841-6F97-4027-8DDC-A909B0152EE4}" type="presParOf" srcId="{47AB0D21-7380-4E05-AE02-858E31799482}" destId="{8216148B-7AEE-48A4-AA6C-E1DA857A743A}" srcOrd="0" destOrd="0" presId="urn:microsoft.com/office/officeart/2018/2/layout/IconVerticalSolidList"/>
    <dgm:cxn modelId="{64303B55-506C-466B-89D0-612D1D1A37CF}" type="presParOf" srcId="{47AB0D21-7380-4E05-AE02-858E31799482}" destId="{4883E0E3-39CB-4EC9-A542-660EAC48E936}" srcOrd="1" destOrd="0" presId="urn:microsoft.com/office/officeart/2018/2/layout/IconVerticalSolidList"/>
    <dgm:cxn modelId="{4272D3D5-E996-48DC-92C1-FF291704E723}" type="presParOf" srcId="{47AB0D21-7380-4E05-AE02-858E31799482}" destId="{41A095A0-DED9-45B5-9564-5BE6E90A17EE}" srcOrd="2" destOrd="0" presId="urn:microsoft.com/office/officeart/2018/2/layout/IconVerticalSolidList"/>
    <dgm:cxn modelId="{FE4BB5C1-20DC-40F9-A689-FC5EB7085F22}" type="presParOf" srcId="{47AB0D21-7380-4E05-AE02-858E31799482}" destId="{6F07251E-F695-4304-A9BC-B536F9AC22DB}" srcOrd="3" destOrd="0" presId="urn:microsoft.com/office/officeart/2018/2/layout/IconVerticalSolidList"/>
    <dgm:cxn modelId="{BAD58606-AA17-499F-B9AC-423281C174E9}" type="presParOf" srcId="{AF94B224-2121-46B0-83DE-1E32CF0CB456}" destId="{C8675E2D-2EFE-4849-8842-378279CE3085}" srcOrd="9" destOrd="0" presId="urn:microsoft.com/office/officeart/2018/2/layout/IconVerticalSolidList"/>
    <dgm:cxn modelId="{15B79283-A936-4FD7-AFA7-F9588F10F876}" type="presParOf" srcId="{AF94B224-2121-46B0-83DE-1E32CF0CB456}" destId="{498F7035-4A7E-4B75-9589-B01EF9FCCECF}" srcOrd="10" destOrd="0" presId="urn:microsoft.com/office/officeart/2018/2/layout/IconVerticalSolidList"/>
    <dgm:cxn modelId="{75EE2335-8E55-4412-9C2B-333A49F5D16E}" type="presParOf" srcId="{498F7035-4A7E-4B75-9589-B01EF9FCCECF}" destId="{43EC3601-E212-4E20-B59B-ACC2DC27C341}" srcOrd="0" destOrd="0" presId="urn:microsoft.com/office/officeart/2018/2/layout/IconVerticalSolidList"/>
    <dgm:cxn modelId="{6F938847-F520-46D5-B4B7-F2BF507F0527}" type="presParOf" srcId="{498F7035-4A7E-4B75-9589-B01EF9FCCECF}" destId="{81F8F760-02DC-48D9-809B-B7DC0FCD5E6F}" srcOrd="1" destOrd="0" presId="urn:microsoft.com/office/officeart/2018/2/layout/IconVerticalSolidList"/>
    <dgm:cxn modelId="{860B748D-DDFB-4CC6-BBD5-1104FC1D90EA}" type="presParOf" srcId="{498F7035-4A7E-4B75-9589-B01EF9FCCECF}" destId="{2A4F45DC-7FE2-4BAC-BBC9-B5363E035257}" srcOrd="2" destOrd="0" presId="urn:microsoft.com/office/officeart/2018/2/layout/IconVerticalSolidList"/>
    <dgm:cxn modelId="{7DE54174-8453-4C7A-97A0-BE9CF4572F34}" type="presParOf" srcId="{498F7035-4A7E-4B75-9589-B01EF9FCCECF}" destId="{93E6FAB0-EB4B-48EE-B300-DC19B3E24E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21FC43-096B-4166-82AA-086EB9E812D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IN"/>
        </a:p>
      </dgm:t>
    </dgm:pt>
    <dgm:pt modelId="{D5167634-1789-428A-98C9-48B894EFE5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oogle"/>
            </a:rPr>
            <a:t>Good agents don’t just act—they improve. </a:t>
          </a:r>
        </a:p>
        <a:p>
          <a:pPr>
            <a:lnSpc>
              <a:spcPct val="100000"/>
            </a:lnSpc>
          </a:pPr>
          <a:r>
            <a:rPr lang="en-US">
              <a:latin typeface="Google"/>
            </a:rPr>
            <a:t>Learning can be: </a:t>
          </a:r>
          <a:endParaRPr lang="en-IN">
            <a:latin typeface="Google"/>
          </a:endParaRPr>
        </a:p>
      </dgm:t>
    </dgm:pt>
    <dgm:pt modelId="{E06A463C-DDBF-4550-A381-5F4C8A191421}" type="parTrans" cxnId="{085917B8-2E47-4DBD-864B-E149CA9C789B}">
      <dgm:prSet/>
      <dgm:spPr/>
      <dgm:t>
        <a:bodyPr/>
        <a:lstStyle/>
        <a:p>
          <a:endParaRPr lang="en-IN"/>
        </a:p>
      </dgm:t>
    </dgm:pt>
    <dgm:pt modelId="{AC3B2F71-9ADE-487B-B801-346D237726CF}" type="sibTrans" cxnId="{085917B8-2E47-4DBD-864B-E149CA9C789B}">
      <dgm:prSet/>
      <dgm:spPr/>
      <dgm:t>
        <a:bodyPr/>
        <a:lstStyle/>
        <a:p>
          <a:endParaRPr lang="en-IN"/>
        </a:p>
      </dgm:t>
    </dgm:pt>
    <dgm:pt modelId="{2FAB5DC6-24AC-441F-8B97-DDCC21EC632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oogle"/>
            </a:rPr>
            <a:t>Supervised (learning from labeled data) </a:t>
          </a:r>
          <a:endParaRPr lang="en-IN">
            <a:latin typeface="Google"/>
          </a:endParaRPr>
        </a:p>
      </dgm:t>
    </dgm:pt>
    <dgm:pt modelId="{6F5E8B93-99DD-46E9-A8F7-11A2F27D86E7}" type="parTrans" cxnId="{47B811F2-7BDD-4BED-943D-D4B943728A6E}">
      <dgm:prSet/>
      <dgm:spPr/>
      <dgm:t>
        <a:bodyPr/>
        <a:lstStyle/>
        <a:p>
          <a:endParaRPr lang="en-IN"/>
        </a:p>
      </dgm:t>
    </dgm:pt>
    <dgm:pt modelId="{1F4C6294-C6DF-4D4E-AE21-DB5687A2E8B7}" type="sibTrans" cxnId="{47B811F2-7BDD-4BED-943D-D4B943728A6E}">
      <dgm:prSet/>
      <dgm:spPr/>
      <dgm:t>
        <a:bodyPr/>
        <a:lstStyle/>
        <a:p>
          <a:endParaRPr lang="en-IN"/>
        </a:p>
      </dgm:t>
    </dgm:pt>
    <dgm:pt modelId="{3CE5F197-5F96-4AE4-965D-6DF40158A20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oogle"/>
            </a:rPr>
            <a:t>Unsupervised (finding patterns on its own) </a:t>
          </a:r>
          <a:endParaRPr lang="en-IN">
            <a:latin typeface="Google"/>
          </a:endParaRPr>
        </a:p>
      </dgm:t>
    </dgm:pt>
    <dgm:pt modelId="{1A4CCB9B-57FD-44FB-98B5-C2F571499E5A}" type="parTrans" cxnId="{CADD4C8B-5081-4679-9FF9-3B951E833DAE}">
      <dgm:prSet/>
      <dgm:spPr/>
      <dgm:t>
        <a:bodyPr/>
        <a:lstStyle/>
        <a:p>
          <a:endParaRPr lang="en-IN"/>
        </a:p>
      </dgm:t>
    </dgm:pt>
    <dgm:pt modelId="{02FB2893-77F6-4E99-B919-0D098BFDD02E}" type="sibTrans" cxnId="{CADD4C8B-5081-4679-9FF9-3B951E833DAE}">
      <dgm:prSet/>
      <dgm:spPr/>
      <dgm:t>
        <a:bodyPr/>
        <a:lstStyle/>
        <a:p>
          <a:endParaRPr lang="en-IN"/>
        </a:p>
      </dgm:t>
    </dgm:pt>
    <dgm:pt modelId="{8E846254-D9D9-40C5-99D8-01356A0864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oogle"/>
            </a:rPr>
            <a:t>Reinforcement (learning through trial and error) </a:t>
          </a:r>
          <a:endParaRPr lang="en-IN">
            <a:latin typeface="Google"/>
          </a:endParaRPr>
        </a:p>
      </dgm:t>
    </dgm:pt>
    <dgm:pt modelId="{4D4D95E3-637A-4BC0-8ED9-D4152D4F4616}" type="parTrans" cxnId="{71C63C87-4E56-4C04-A0FA-91B77487303B}">
      <dgm:prSet/>
      <dgm:spPr/>
      <dgm:t>
        <a:bodyPr/>
        <a:lstStyle/>
        <a:p>
          <a:endParaRPr lang="en-IN"/>
        </a:p>
      </dgm:t>
    </dgm:pt>
    <dgm:pt modelId="{030C62F8-DB67-493E-8D82-C5BC8799F16B}" type="sibTrans" cxnId="{71C63C87-4E56-4C04-A0FA-91B77487303B}">
      <dgm:prSet/>
      <dgm:spPr/>
      <dgm:t>
        <a:bodyPr/>
        <a:lstStyle/>
        <a:p>
          <a:endParaRPr lang="en-IN"/>
        </a:p>
      </dgm:t>
    </dgm:pt>
    <dgm:pt modelId="{009F7066-4717-40C9-9149-038D43927B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Google"/>
            </a:rPr>
            <a:t>This is how agents become more effective and adapt to new environments or challenges.</a:t>
          </a:r>
          <a:endParaRPr lang="en-IN">
            <a:latin typeface="Google"/>
          </a:endParaRPr>
        </a:p>
      </dgm:t>
    </dgm:pt>
    <dgm:pt modelId="{35154C2A-4C65-4D0C-9088-991191A1367B}" type="parTrans" cxnId="{0B95A8A5-6DF7-4795-944F-2EC2235DE672}">
      <dgm:prSet/>
      <dgm:spPr/>
      <dgm:t>
        <a:bodyPr/>
        <a:lstStyle/>
        <a:p>
          <a:endParaRPr lang="en-IN"/>
        </a:p>
      </dgm:t>
    </dgm:pt>
    <dgm:pt modelId="{CD165145-D668-4120-85F9-1786716848D4}" type="sibTrans" cxnId="{0B95A8A5-6DF7-4795-944F-2EC2235DE672}">
      <dgm:prSet/>
      <dgm:spPr/>
      <dgm:t>
        <a:bodyPr/>
        <a:lstStyle/>
        <a:p>
          <a:endParaRPr lang="en-IN"/>
        </a:p>
      </dgm:t>
    </dgm:pt>
    <dgm:pt modelId="{11E3FDDA-E7C0-4D46-A610-069595F5C816}">
      <dgm:prSet/>
      <dgm:spPr/>
      <dgm:t>
        <a:bodyPr/>
        <a:lstStyle/>
        <a:p>
          <a:pPr>
            <a:lnSpc>
              <a:spcPct val="100000"/>
            </a:lnSpc>
          </a:pPr>
          <a:endParaRPr lang="en-IN">
            <a:latin typeface="Google"/>
          </a:endParaRPr>
        </a:p>
      </dgm:t>
    </dgm:pt>
    <dgm:pt modelId="{9265D9A6-AEB3-4F04-B986-2B13BA450E01}" type="parTrans" cxnId="{D6480C35-2CB1-424A-ACF4-7EF9C55F88F8}">
      <dgm:prSet/>
      <dgm:spPr/>
      <dgm:t>
        <a:bodyPr/>
        <a:lstStyle/>
        <a:p>
          <a:endParaRPr lang="en-IN"/>
        </a:p>
      </dgm:t>
    </dgm:pt>
    <dgm:pt modelId="{EFE568EC-A0B4-4F98-8996-6337445A9D98}" type="sibTrans" cxnId="{D6480C35-2CB1-424A-ACF4-7EF9C55F88F8}">
      <dgm:prSet/>
      <dgm:spPr/>
      <dgm:t>
        <a:bodyPr/>
        <a:lstStyle/>
        <a:p>
          <a:endParaRPr lang="en-IN"/>
        </a:p>
      </dgm:t>
    </dgm:pt>
    <dgm:pt modelId="{CDB9F8F0-538D-42F4-8314-9B1F0B373CD9}" type="pres">
      <dgm:prSet presAssocID="{0221FC43-096B-4166-82AA-086EB9E812D8}" presName="root" presStyleCnt="0">
        <dgm:presLayoutVars>
          <dgm:dir/>
          <dgm:resizeHandles val="exact"/>
        </dgm:presLayoutVars>
      </dgm:prSet>
      <dgm:spPr/>
    </dgm:pt>
    <dgm:pt modelId="{44C3261D-4DA1-4F7C-9262-8F3F03A5996B}" type="pres">
      <dgm:prSet presAssocID="{D5167634-1789-428A-98C9-48B894EFE51B}" presName="compNode" presStyleCnt="0"/>
      <dgm:spPr/>
    </dgm:pt>
    <dgm:pt modelId="{80D44FB1-0087-4EF3-987F-D21AEFAADD43}" type="pres">
      <dgm:prSet presAssocID="{D5167634-1789-428A-98C9-48B894EFE51B}" presName="bgRect" presStyleLbl="bgShp" presStyleIdx="0" presStyleCnt="2"/>
      <dgm:spPr/>
    </dgm:pt>
    <dgm:pt modelId="{CAC4A630-E7DA-49A5-8919-11405F85192E}" type="pres">
      <dgm:prSet presAssocID="{D5167634-1789-428A-98C9-48B894EFE51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5A7429F9-13AD-416D-8F6F-CC6C6F4D5BCF}" type="pres">
      <dgm:prSet presAssocID="{D5167634-1789-428A-98C9-48B894EFE51B}" presName="spaceRect" presStyleCnt="0"/>
      <dgm:spPr/>
    </dgm:pt>
    <dgm:pt modelId="{D3AFCC21-274F-4C40-B8D8-62F664BCC360}" type="pres">
      <dgm:prSet presAssocID="{D5167634-1789-428A-98C9-48B894EFE51B}" presName="parTx" presStyleLbl="revTx" presStyleIdx="0" presStyleCnt="3">
        <dgm:presLayoutVars>
          <dgm:chMax val="0"/>
          <dgm:chPref val="0"/>
        </dgm:presLayoutVars>
      </dgm:prSet>
      <dgm:spPr/>
    </dgm:pt>
    <dgm:pt modelId="{FCBC4325-D9FB-4756-B067-DD7CD61944C7}" type="pres">
      <dgm:prSet presAssocID="{D5167634-1789-428A-98C9-48B894EFE51B}" presName="desTx" presStyleLbl="revTx" presStyleIdx="1" presStyleCnt="3">
        <dgm:presLayoutVars/>
      </dgm:prSet>
      <dgm:spPr/>
    </dgm:pt>
    <dgm:pt modelId="{A006D15A-EBEB-47A3-8357-6BF4AB1CB83F}" type="pres">
      <dgm:prSet presAssocID="{AC3B2F71-9ADE-487B-B801-346D237726CF}" presName="sibTrans" presStyleCnt="0"/>
      <dgm:spPr/>
    </dgm:pt>
    <dgm:pt modelId="{94FFE476-94C7-42C9-B5DB-704D199AFE1F}" type="pres">
      <dgm:prSet presAssocID="{009F7066-4717-40C9-9149-038D43927B1D}" presName="compNode" presStyleCnt="0"/>
      <dgm:spPr/>
    </dgm:pt>
    <dgm:pt modelId="{76E58E35-F4FA-46A6-874E-7BF1D109017B}" type="pres">
      <dgm:prSet presAssocID="{009F7066-4717-40C9-9149-038D43927B1D}" presName="bgRect" presStyleLbl="bgShp" presStyleIdx="1" presStyleCnt="2"/>
      <dgm:spPr/>
    </dgm:pt>
    <dgm:pt modelId="{7C07B73C-C63D-4950-BC53-942C41E477EF}" type="pres">
      <dgm:prSet presAssocID="{009F7066-4717-40C9-9149-038D43927B1D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2BF3185F-F4CE-4639-9B1D-AC15C4012CDB}" type="pres">
      <dgm:prSet presAssocID="{009F7066-4717-40C9-9149-038D43927B1D}" presName="spaceRect" presStyleCnt="0"/>
      <dgm:spPr/>
    </dgm:pt>
    <dgm:pt modelId="{49A8F950-B57C-4E8A-B739-7E31F92CE122}" type="pres">
      <dgm:prSet presAssocID="{009F7066-4717-40C9-9149-038D43927B1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B633E07-9786-4461-8602-0652D1A81D22}" type="presOf" srcId="{11E3FDDA-E7C0-4D46-A610-069595F5C816}" destId="{FCBC4325-D9FB-4756-B067-DD7CD61944C7}" srcOrd="0" destOrd="0" presId="urn:microsoft.com/office/officeart/2018/2/layout/IconVerticalSolidList"/>
    <dgm:cxn modelId="{5B70DF0F-A439-4ED4-8653-A5B443147267}" type="presOf" srcId="{009F7066-4717-40C9-9149-038D43927B1D}" destId="{49A8F950-B57C-4E8A-B739-7E31F92CE122}" srcOrd="0" destOrd="0" presId="urn:microsoft.com/office/officeart/2018/2/layout/IconVerticalSolidList"/>
    <dgm:cxn modelId="{05039414-CF95-4966-B90A-B9ABE7EF0C4D}" type="presOf" srcId="{3CE5F197-5F96-4AE4-965D-6DF40158A204}" destId="{FCBC4325-D9FB-4756-B067-DD7CD61944C7}" srcOrd="0" destOrd="2" presId="urn:microsoft.com/office/officeart/2018/2/layout/IconVerticalSolidList"/>
    <dgm:cxn modelId="{AB83FD1D-4E38-40E9-9689-701A6A42623A}" type="presOf" srcId="{D5167634-1789-428A-98C9-48B894EFE51B}" destId="{D3AFCC21-274F-4C40-B8D8-62F664BCC360}" srcOrd="0" destOrd="0" presId="urn:microsoft.com/office/officeart/2018/2/layout/IconVerticalSolidList"/>
    <dgm:cxn modelId="{D6480C35-2CB1-424A-ACF4-7EF9C55F88F8}" srcId="{D5167634-1789-428A-98C9-48B894EFE51B}" destId="{11E3FDDA-E7C0-4D46-A610-069595F5C816}" srcOrd="0" destOrd="0" parTransId="{9265D9A6-AEB3-4F04-B986-2B13BA450E01}" sibTransId="{EFE568EC-A0B4-4F98-8996-6337445A9D98}"/>
    <dgm:cxn modelId="{0BDA9E4B-678A-46DF-9DD5-E4CAE4AB42E4}" type="presOf" srcId="{2FAB5DC6-24AC-441F-8B97-DDCC21EC632E}" destId="{FCBC4325-D9FB-4756-B067-DD7CD61944C7}" srcOrd="0" destOrd="1" presId="urn:microsoft.com/office/officeart/2018/2/layout/IconVerticalSolidList"/>
    <dgm:cxn modelId="{A757834C-AD79-472C-ACBE-1644D941870B}" type="presOf" srcId="{0221FC43-096B-4166-82AA-086EB9E812D8}" destId="{CDB9F8F0-538D-42F4-8314-9B1F0B373CD9}" srcOrd="0" destOrd="0" presId="urn:microsoft.com/office/officeart/2018/2/layout/IconVerticalSolidList"/>
    <dgm:cxn modelId="{71C63C87-4E56-4C04-A0FA-91B77487303B}" srcId="{D5167634-1789-428A-98C9-48B894EFE51B}" destId="{8E846254-D9D9-40C5-99D8-01356A0864FE}" srcOrd="3" destOrd="0" parTransId="{4D4D95E3-637A-4BC0-8ED9-D4152D4F4616}" sibTransId="{030C62F8-DB67-493E-8D82-C5BC8799F16B}"/>
    <dgm:cxn modelId="{CADD4C8B-5081-4679-9FF9-3B951E833DAE}" srcId="{D5167634-1789-428A-98C9-48B894EFE51B}" destId="{3CE5F197-5F96-4AE4-965D-6DF40158A204}" srcOrd="2" destOrd="0" parTransId="{1A4CCB9B-57FD-44FB-98B5-C2F571499E5A}" sibTransId="{02FB2893-77F6-4E99-B919-0D098BFDD02E}"/>
    <dgm:cxn modelId="{0B95A8A5-6DF7-4795-944F-2EC2235DE672}" srcId="{0221FC43-096B-4166-82AA-086EB9E812D8}" destId="{009F7066-4717-40C9-9149-038D43927B1D}" srcOrd="1" destOrd="0" parTransId="{35154C2A-4C65-4D0C-9088-991191A1367B}" sibTransId="{CD165145-D668-4120-85F9-1786716848D4}"/>
    <dgm:cxn modelId="{085917B8-2E47-4DBD-864B-E149CA9C789B}" srcId="{0221FC43-096B-4166-82AA-086EB9E812D8}" destId="{D5167634-1789-428A-98C9-48B894EFE51B}" srcOrd="0" destOrd="0" parTransId="{E06A463C-DDBF-4550-A381-5F4C8A191421}" sibTransId="{AC3B2F71-9ADE-487B-B801-346D237726CF}"/>
    <dgm:cxn modelId="{B197DADD-8DEC-4E96-BB59-2D2DAC2E68E5}" type="presOf" srcId="{8E846254-D9D9-40C5-99D8-01356A0864FE}" destId="{FCBC4325-D9FB-4756-B067-DD7CD61944C7}" srcOrd="0" destOrd="3" presId="urn:microsoft.com/office/officeart/2018/2/layout/IconVerticalSolidList"/>
    <dgm:cxn modelId="{47B811F2-7BDD-4BED-943D-D4B943728A6E}" srcId="{D5167634-1789-428A-98C9-48B894EFE51B}" destId="{2FAB5DC6-24AC-441F-8B97-DDCC21EC632E}" srcOrd="1" destOrd="0" parTransId="{6F5E8B93-99DD-46E9-A8F7-11A2F27D86E7}" sibTransId="{1F4C6294-C6DF-4D4E-AE21-DB5687A2E8B7}"/>
    <dgm:cxn modelId="{378E41A9-7E3C-485B-9525-F6753832BA54}" type="presParOf" srcId="{CDB9F8F0-538D-42F4-8314-9B1F0B373CD9}" destId="{44C3261D-4DA1-4F7C-9262-8F3F03A5996B}" srcOrd="0" destOrd="0" presId="urn:microsoft.com/office/officeart/2018/2/layout/IconVerticalSolidList"/>
    <dgm:cxn modelId="{2F1F595F-F506-4457-9721-DF1FBF4DAF62}" type="presParOf" srcId="{44C3261D-4DA1-4F7C-9262-8F3F03A5996B}" destId="{80D44FB1-0087-4EF3-987F-D21AEFAADD43}" srcOrd="0" destOrd="0" presId="urn:microsoft.com/office/officeart/2018/2/layout/IconVerticalSolidList"/>
    <dgm:cxn modelId="{8C481B6B-0F94-4D85-9BE5-75066749D35D}" type="presParOf" srcId="{44C3261D-4DA1-4F7C-9262-8F3F03A5996B}" destId="{CAC4A630-E7DA-49A5-8919-11405F85192E}" srcOrd="1" destOrd="0" presId="urn:microsoft.com/office/officeart/2018/2/layout/IconVerticalSolidList"/>
    <dgm:cxn modelId="{CCB41806-0DCB-4BF3-A1C8-86244AB7E692}" type="presParOf" srcId="{44C3261D-4DA1-4F7C-9262-8F3F03A5996B}" destId="{5A7429F9-13AD-416D-8F6F-CC6C6F4D5BCF}" srcOrd="2" destOrd="0" presId="urn:microsoft.com/office/officeart/2018/2/layout/IconVerticalSolidList"/>
    <dgm:cxn modelId="{978A5759-C2F8-47FA-993A-330FF7371264}" type="presParOf" srcId="{44C3261D-4DA1-4F7C-9262-8F3F03A5996B}" destId="{D3AFCC21-274F-4C40-B8D8-62F664BCC360}" srcOrd="3" destOrd="0" presId="urn:microsoft.com/office/officeart/2018/2/layout/IconVerticalSolidList"/>
    <dgm:cxn modelId="{8B91F5BB-36AE-4D63-97CC-2868F341328D}" type="presParOf" srcId="{44C3261D-4DA1-4F7C-9262-8F3F03A5996B}" destId="{FCBC4325-D9FB-4756-B067-DD7CD61944C7}" srcOrd="4" destOrd="0" presId="urn:microsoft.com/office/officeart/2018/2/layout/IconVerticalSolidList"/>
    <dgm:cxn modelId="{3CDD832C-3BDE-4756-99B6-38B90F3C9D0E}" type="presParOf" srcId="{CDB9F8F0-538D-42F4-8314-9B1F0B373CD9}" destId="{A006D15A-EBEB-47A3-8357-6BF4AB1CB83F}" srcOrd="1" destOrd="0" presId="urn:microsoft.com/office/officeart/2018/2/layout/IconVerticalSolidList"/>
    <dgm:cxn modelId="{B36D0C09-A842-4BE4-B1D8-75D3E903F188}" type="presParOf" srcId="{CDB9F8F0-538D-42F4-8314-9B1F0B373CD9}" destId="{94FFE476-94C7-42C9-B5DB-704D199AFE1F}" srcOrd="2" destOrd="0" presId="urn:microsoft.com/office/officeart/2018/2/layout/IconVerticalSolidList"/>
    <dgm:cxn modelId="{3E723D6D-ED1C-425E-9A87-E50883682B46}" type="presParOf" srcId="{94FFE476-94C7-42C9-B5DB-704D199AFE1F}" destId="{76E58E35-F4FA-46A6-874E-7BF1D109017B}" srcOrd="0" destOrd="0" presId="urn:microsoft.com/office/officeart/2018/2/layout/IconVerticalSolidList"/>
    <dgm:cxn modelId="{1AAF9271-D41D-4B20-93A7-2622EDB13028}" type="presParOf" srcId="{94FFE476-94C7-42C9-B5DB-704D199AFE1F}" destId="{7C07B73C-C63D-4950-BC53-942C41E477EF}" srcOrd="1" destOrd="0" presId="urn:microsoft.com/office/officeart/2018/2/layout/IconVerticalSolidList"/>
    <dgm:cxn modelId="{4E1BB6D7-29D8-481A-8238-7873CD44632C}" type="presParOf" srcId="{94FFE476-94C7-42C9-B5DB-704D199AFE1F}" destId="{2BF3185F-F4CE-4639-9B1D-AC15C4012CDB}" srcOrd="2" destOrd="0" presId="urn:microsoft.com/office/officeart/2018/2/layout/IconVerticalSolidList"/>
    <dgm:cxn modelId="{3BE12FD8-C6C5-4C78-90A6-DB999A58DBEC}" type="presParOf" srcId="{94FFE476-94C7-42C9-B5DB-704D199AFE1F}" destId="{49A8F950-B57C-4E8A-B739-7E31F92CE12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92F840A-893C-41EB-A0ED-58287EDE231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4746816-845C-4C55-881E-A857941FB1D5}">
      <dgm:prSet/>
      <dgm:spPr/>
      <dgm:t>
        <a:bodyPr/>
        <a:lstStyle/>
        <a:p>
          <a:r>
            <a:rPr lang="en-US"/>
            <a:t>This is how the agent interacts with the world. </a:t>
          </a:r>
        </a:p>
      </dgm:t>
    </dgm:pt>
    <dgm:pt modelId="{B077F7E9-0716-494D-B965-4AEEB92922A3}" type="parTrans" cxnId="{1506CE2A-4EA1-4D09-91D5-D99F3941DB5F}">
      <dgm:prSet/>
      <dgm:spPr/>
      <dgm:t>
        <a:bodyPr/>
        <a:lstStyle/>
        <a:p>
          <a:endParaRPr lang="en-US"/>
        </a:p>
      </dgm:t>
    </dgm:pt>
    <dgm:pt modelId="{A8A22C5B-0391-459C-94B9-B3257B827B62}" type="sibTrans" cxnId="{1506CE2A-4EA1-4D09-91D5-D99F3941DB5F}">
      <dgm:prSet/>
      <dgm:spPr/>
      <dgm:t>
        <a:bodyPr/>
        <a:lstStyle/>
        <a:p>
          <a:endParaRPr lang="en-US"/>
        </a:p>
      </dgm:t>
    </dgm:pt>
    <dgm:pt modelId="{096D9D70-2675-41D0-A4F1-30DB53F1CF28}">
      <dgm:prSet/>
      <dgm:spPr/>
      <dgm:t>
        <a:bodyPr/>
        <a:lstStyle/>
        <a:p>
          <a:r>
            <a:rPr lang="en-US"/>
            <a:t>Robots move, grab things, navigate </a:t>
          </a:r>
        </a:p>
      </dgm:t>
    </dgm:pt>
    <dgm:pt modelId="{9A08B174-2F53-44CB-A238-D6A5C8569596}" type="parTrans" cxnId="{D66D7F56-5AE1-40B0-A803-F66611125585}">
      <dgm:prSet/>
      <dgm:spPr/>
      <dgm:t>
        <a:bodyPr/>
        <a:lstStyle/>
        <a:p>
          <a:endParaRPr lang="en-US"/>
        </a:p>
      </dgm:t>
    </dgm:pt>
    <dgm:pt modelId="{5355059A-C66D-429E-A0DE-E1EFE9640B5D}" type="sibTrans" cxnId="{D66D7F56-5AE1-40B0-A803-F66611125585}">
      <dgm:prSet/>
      <dgm:spPr/>
      <dgm:t>
        <a:bodyPr/>
        <a:lstStyle/>
        <a:p>
          <a:endParaRPr lang="en-US"/>
        </a:p>
      </dgm:t>
    </dgm:pt>
    <dgm:pt modelId="{BB5A86F9-E01E-4412-8EB0-5F02A94A9FBA}">
      <dgm:prSet/>
      <dgm:spPr/>
      <dgm:t>
        <a:bodyPr/>
        <a:lstStyle/>
        <a:p>
          <a:r>
            <a:rPr lang="en-US"/>
            <a:t>Chabot's send messages or speak </a:t>
          </a:r>
        </a:p>
      </dgm:t>
    </dgm:pt>
    <dgm:pt modelId="{57AFC51B-5875-4BD4-8B64-286237334426}" type="parTrans" cxnId="{85576A8A-6AA4-4476-B369-963775F7C2A8}">
      <dgm:prSet/>
      <dgm:spPr/>
      <dgm:t>
        <a:bodyPr/>
        <a:lstStyle/>
        <a:p>
          <a:endParaRPr lang="en-US"/>
        </a:p>
      </dgm:t>
    </dgm:pt>
    <dgm:pt modelId="{B44B37B5-1DD8-4848-B316-EF022622E703}" type="sibTrans" cxnId="{85576A8A-6AA4-4476-B369-963775F7C2A8}">
      <dgm:prSet/>
      <dgm:spPr/>
      <dgm:t>
        <a:bodyPr/>
        <a:lstStyle/>
        <a:p>
          <a:endParaRPr lang="en-US"/>
        </a:p>
      </dgm:t>
    </dgm:pt>
    <dgm:pt modelId="{3CD9B41A-8EDC-46CE-B542-B3EDDBB047D7}">
      <dgm:prSet/>
      <dgm:spPr/>
      <dgm:t>
        <a:bodyPr/>
        <a:lstStyle/>
        <a:p>
          <a:r>
            <a:rPr lang="en-US"/>
            <a:t>Software agents trigger actions, run code, or manipulate data </a:t>
          </a:r>
        </a:p>
      </dgm:t>
    </dgm:pt>
    <dgm:pt modelId="{9594E90E-285D-459B-8192-10228EB2ABB0}" type="parTrans" cxnId="{772EAD91-A921-481B-ACB9-0142074CAE39}">
      <dgm:prSet/>
      <dgm:spPr/>
      <dgm:t>
        <a:bodyPr/>
        <a:lstStyle/>
        <a:p>
          <a:endParaRPr lang="en-US"/>
        </a:p>
      </dgm:t>
    </dgm:pt>
    <dgm:pt modelId="{23D6CA3D-D474-441D-9B0B-20E854F0AFA9}" type="sibTrans" cxnId="{772EAD91-A921-481B-ACB9-0142074CAE39}">
      <dgm:prSet/>
      <dgm:spPr/>
      <dgm:t>
        <a:bodyPr/>
        <a:lstStyle/>
        <a:p>
          <a:endParaRPr lang="en-US"/>
        </a:p>
      </dgm:t>
    </dgm:pt>
    <dgm:pt modelId="{0490948E-D7E0-4E87-ACA7-519AE4D6FDFC}">
      <dgm:prSet/>
      <dgm:spPr/>
      <dgm:t>
        <a:bodyPr/>
        <a:lstStyle/>
        <a:p>
          <a:r>
            <a:rPr lang="en-US"/>
            <a:t>It’s the “hands and mouth” of the agent—how it executes its decisions.</a:t>
          </a:r>
        </a:p>
      </dgm:t>
    </dgm:pt>
    <dgm:pt modelId="{8FF0E5D9-D9B9-488A-8672-7DC671D0B16B}" type="parTrans" cxnId="{DFBA0393-40B3-40F6-B736-2352F314B011}">
      <dgm:prSet/>
      <dgm:spPr/>
      <dgm:t>
        <a:bodyPr/>
        <a:lstStyle/>
        <a:p>
          <a:endParaRPr lang="en-US"/>
        </a:p>
      </dgm:t>
    </dgm:pt>
    <dgm:pt modelId="{865BBFC4-3C5E-4216-B316-041F28F348D0}" type="sibTrans" cxnId="{DFBA0393-40B3-40F6-B736-2352F314B011}">
      <dgm:prSet/>
      <dgm:spPr/>
      <dgm:t>
        <a:bodyPr/>
        <a:lstStyle/>
        <a:p>
          <a:endParaRPr lang="en-US"/>
        </a:p>
      </dgm:t>
    </dgm:pt>
    <dgm:pt modelId="{700A8BBB-5734-4FF1-BE81-6764BB4669B2}" type="pres">
      <dgm:prSet presAssocID="{992F840A-893C-41EB-A0ED-58287EDE231B}" presName="linear" presStyleCnt="0">
        <dgm:presLayoutVars>
          <dgm:animLvl val="lvl"/>
          <dgm:resizeHandles val="exact"/>
        </dgm:presLayoutVars>
      </dgm:prSet>
      <dgm:spPr/>
    </dgm:pt>
    <dgm:pt modelId="{A7173EA0-FA84-4155-A986-5652862C10DD}" type="pres">
      <dgm:prSet presAssocID="{F4746816-845C-4C55-881E-A857941FB1D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6DC7C461-926B-4BC5-8306-44D09C256170}" type="pres">
      <dgm:prSet presAssocID="{A8A22C5B-0391-459C-94B9-B3257B827B62}" presName="spacer" presStyleCnt="0"/>
      <dgm:spPr/>
    </dgm:pt>
    <dgm:pt modelId="{57DBDA54-8967-434A-870D-AF93B2BDBD29}" type="pres">
      <dgm:prSet presAssocID="{096D9D70-2675-41D0-A4F1-30DB53F1CF2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5A1E56E-1807-4090-AB8D-FA95D5CA3E31}" type="pres">
      <dgm:prSet presAssocID="{5355059A-C66D-429E-A0DE-E1EFE9640B5D}" presName="spacer" presStyleCnt="0"/>
      <dgm:spPr/>
    </dgm:pt>
    <dgm:pt modelId="{CC40AFE7-63B6-4288-BB07-33775CDEF89F}" type="pres">
      <dgm:prSet presAssocID="{BB5A86F9-E01E-4412-8EB0-5F02A94A9FBA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1DB3846-2D7E-46F8-B833-E584AA007C35}" type="pres">
      <dgm:prSet presAssocID="{B44B37B5-1DD8-4848-B316-EF022622E703}" presName="spacer" presStyleCnt="0"/>
      <dgm:spPr/>
    </dgm:pt>
    <dgm:pt modelId="{9C7FA310-D83D-4B63-B32C-216998E7525C}" type="pres">
      <dgm:prSet presAssocID="{3CD9B41A-8EDC-46CE-B542-B3EDDBB047D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4BFAA6F-3B96-4DB1-B592-05C9F9E4A182}" type="pres">
      <dgm:prSet presAssocID="{23D6CA3D-D474-441D-9B0B-20E854F0AFA9}" presName="spacer" presStyleCnt="0"/>
      <dgm:spPr/>
    </dgm:pt>
    <dgm:pt modelId="{0E871112-3DDC-4E7D-8CEC-FB5F58D97A90}" type="pres">
      <dgm:prSet presAssocID="{0490948E-D7E0-4E87-ACA7-519AE4D6FDF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0233A00-E5F0-4AF7-B1E4-7DC1FA2127D9}" type="presOf" srcId="{992F840A-893C-41EB-A0ED-58287EDE231B}" destId="{700A8BBB-5734-4FF1-BE81-6764BB4669B2}" srcOrd="0" destOrd="0" presId="urn:microsoft.com/office/officeart/2005/8/layout/vList2"/>
    <dgm:cxn modelId="{1506CE2A-4EA1-4D09-91D5-D99F3941DB5F}" srcId="{992F840A-893C-41EB-A0ED-58287EDE231B}" destId="{F4746816-845C-4C55-881E-A857941FB1D5}" srcOrd="0" destOrd="0" parTransId="{B077F7E9-0716-494D-B965-4AEEB92922A3}" sibTransId="{A8A22C5B-0391-459C-94B9-B3257B827B62}"/>
    <dgm:cxn modelId="{7080C133-D61E-4589-B2C8-D3D82956EAD1}" type="presOf" srcId="{0490948E-D7E0-4E87-ACA7-519AE4D6FDFC}" destId="{0E871112-3DDC-4E7D-8CEC-FB5F58D97A90}" srcOrd="0" destOrd="0" presId="urn:microsoft.com/office/officeart/2005/8/layout/vList2"/>
    <dgm:cxn modelId="{C7004D5B-A5A9-4B75-AA76-A507F2510A2A}" type="presOf" srcId="{096D9D70-2675-41D0-A4F1-30DB53F1CF28}" destId="{57DBDA54-8967-434A-870D-AF93B2BDBD29}" srcOrd="0" destOrd="0" presId="urn:microsoft.com/office/officeart/2005/8/layout/vList2"/>
    <dgm:cxn modelId="{53E1CF5E-2636-4BD8-97C3-C86A328C673B}" type="presOf" srcId="{F4746816-845C-4C55-881E-A857941FB1D5}" destId="{A7173EA0-FA84-4155-A986-5652862C10DD}" srcOrd="0" destOrd="0" presId="urn:microsoft.com/office/officeart/2005/8/layout/vList2"/>
    <dgm:cxn modelId="{D66D7F56-5AE1-40B0-A803-F66611125585}" srcId="{992F840A-893C-41EB-A0ED-58287EDE231B}" destId="{096D9D70-2675-41D0-A4F1-30DB53F1CF28}" srcOrd="1" destOrd="0" parTransId="{9A08B174-2F53-44CB-A238-D6A5C8569596}" sibTransId="{5355059A-C66D-429E-A0DE-E1EFE9640B5D}"/>
    <dgm:cxn modelId="{85576A8A-6AA4-4476-B369-963775F7C2A8}" srcId="{992F840A-893C-41EB-A0ED-58287EDE231B}" destId="{BB5A86F9-E01E-4412-8EB0-5F02A94A9FBA}" srcOrd="2" destOrd="0" parTransId="{57AFC51B-5875-4BD4-8B64-286237334426}" sibTransId="{B44B37B5-1DD8-4848-B316-EF022622E703}"/>
    <dgm:cxn modelId="{772EAD91-A921-481B-ACB9-0142074CAE39}" srcId="{992F840A-893C-41EB-A0ED-58287EDE231B}" destId="{3CD9B41A-8EDC-46CE-B542-B3EDDBB047D7}" srcOrd="3" destOrd="0" parTransId="{9594E90E-285D-459B-8192-10228EB2ABB0}" sibTransId="{23D6CA3D-D474-441D-9B0B-20E854F0AFA9}"/>
    <dgm:cxn modelId="{DFBA0393-40B3-40F6-B736-2352F314B011}" srcId="{992F840A-893C-41EB-A0ED-58287EDE231B}" destId="{0490948E-D7E0-4E87-ACA7-519AE4D6FDFC}" srcOrd="4" destOrd="0" parTransId="{8FF0E5D9-D9B9-488A-8672-7DC671D0B16B}" sibTransId="{865BBFC4-3C5E-4216-B316-041F28F348D0}"/>
    <dgm:cxn modelId="{31250AB8-1F46-4F7B-8C4A-582477B6B5C9}" type="presOf" srcId="{BB5A86F9-E01E-4412-8EB0-5F02A94A9FBA}" destId="{CC40AFE7-63B6-4288-BB07-33775CDEF89F}" srcOrd="0" destOrd="0" presId="urn:microsoft.com/office/officeart/2005/8/layout/vList2"/>
    <dgm:cxn modelId="{8E156FDC-7EA9-4EE3-9396-BACC9881605C}" type="presOf" srcId="{3CD9B41A-8EDC-46CE-B542-B3EDDBB047D7}" destId="{9C7FA310-D83D-4B63-B32C-216998E7525C}" srcOrd="0" destOrd="0" presId="urn:microsoft.com/office/officeart/2005/8/layout/vList2"/>
    <dgm:cxn modelId="{94D58508-9A27-40CE-A5DB-06E95D69667B}" type="presParOf" srcId="{700A8BBB-5734-4FF1-BE81-6764BB4669B2}" destId="{A7173EA0-FA84-4155-A986-5652862C10DD}" srcOrd="0" destOrd="0" presId="urn:microsoft.com/office/officeart/2005/8/layout/vList2"/>
    <dgm:cxn modelId="{0F90BC79-987F-45D4-8967-128ED8566947}" type="presParOf" srcId="{700A8BBB-5734-4FF1-BE81-6764BB4669B2}" destId="{6DC7C461-926B-4BC5-8306-44D09C256170}" srcOrd="1" destOrd="0" presId="urn:microsoft.com/office/officeart/2005/8/layout/vList2"/>
    <dgm:cxn modelId="{B2E05983-03A8-46D0-9463-703F5C8BAA4D}" type="presParOf" srcId="{700A8BBB-5734-4FF1-BE81-6764BB4669B2}" destId="{57DBDA54-8967-434A-870D-AF93B2BDBD29}" srcOrd="2" destOrd="0" presId="urn:microsoft.com/office/officeart/2005/8/layout/vList2"/>
    <dgm:cxn modelId="{C0E83855-F2D4-442E-8CEE-E56805D884EE}" type="presParOf" srcId="{700A8BBB-5734-4FF1-BE81-6764BB4669B2}" destId="{D5A1E56E-1807-4090-AB8D-FA95D5CA3E31}" srcOrd="3" destOrd="0" presId="urn:microsoft.com/office/officeart/2005/8/layout/vList2"/>
    <dgm:cxn modelId="{85593544-1824-4465-9BEF-EC957B13A537}" type="presParOf" srcId="{700A8BBB-5734-4FF1-BE81-6764BB4669B2}" destId="{CC40AFE7-63B6-4288-BB07-33775CDEF89F}" srcOrd="4" destOrd="0" presId="urn:microsoft.com/office/officeart/2005/8/layout/vList2"/>
    <dgm:cxn modelId="{0526B779-DBDD-4F5C-ADA2-FEB2E01C29D5}" type="presParOf" srcId="{700A8BBB-5734-4FF1-BE81-6764BB4669B2}" destId="{A1DB3846-2D7E-46F8-B833-E584AA007C35}" srcOrd="5" destOrd="0" presId="urn:microsoft.com/office/officeart/2005/8/layout/vList2"/>
    <dgm:cxn modelId="{6EC0A085-09AE-4C20-A60B-9E6C48D7E1FE}" type="presParOf" srcId="{700A8BBB-5734-4FF1-BE81-6764BB4669B2}" destId="{9C7FA310-D83D-4B63-B32C-216998E7525C}" srcOrd="6" destOrd="0" presId="urn:microsoft.com/office/officeart/2005/8/layout/vList2"/>
    <dgm:cxn modelId="{E09CC0E4-8A38-415C-B181-2CC856573FCD}" type="presParOf" srcId="{700A8BBB-5734-4FF1-BE81-6764BB4669B2}" destId="{04BFAA6F-3B96-4DB1-B592-05C9F9E4A182}" srcOrd="7" destOrd="0" presId="urn:microsoft.com/office/officeart/2005/8/layout/vList2"/>
    <dgm:cxn modelId="{595E6CDD-D0BB-4117-8ECA-69E48857C465}" type="presParOf" srcId="{700A8BBB-5734-4FF1-BE81-6764BB4669B2}" destId="{0E871112-3DDC-4E7D-8CEC-FB5F58D97A9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687F7E4-F3CB-4190-ADF0-7D5CDEFA7445}" type="doc">
      <dgm:prSet loTypeId="urn:microsoft.com/office/officeart/2005/8/layout/vList2#7" loCatId="list" qsTypeId="urn:microsoft.com/office/officeart/2005/8/quickstyle/simple1#8" qsCatId="simple" csTypeId="urn:microsoft.com/office/officeart/2005/8/colors/accent0_3#3" csCatId="mainScheme"/>
      <dgm:spPr/>
      <dgm:t>
        <a:bodyPr/>
        <a:lstStyle/>
        <a:p>
          <a:endParaRPr lang="en-IN"/>
        </a:p>
      </dgm:t>
    </dgm:pt>
    <dgm:pt modelId="{50B24483-DE71-4DD9-A805-34823944C0A8}">
      <dgm:prSet custT="1"/>
      <dgm:spPr/>
      <dgm:t>
        <a:bodyPr/>
        <a:lstStyle/>
        <a:p>
          <a:pPr rtl="0"/>
          <a:r>
            <a:rPr lang="en-US" sz="2000">
              <a:latin typeface="Google"/>
            </a:rPr>
            <a:t>Finally, smart agents check if their actions worked and update accordingly. </a:t>
          </a:r>
          <a:endParaRPr lang="en-IN" sz="2000">
            <a:latin typeface="Google"/>
          </a:endParaRPr>
        </a:p>
      </dgm:t>
    </dgm:pt>
    <dgm:pt modelId="{A70A4014-86D1-4065-8A42-0CF3115AF4D3}" type="parTrans" cxnId="{B2AE1A60-865B-4244-8FB5-C6AB636EA3CB}">
      <dgm:prSet/>
      <dgm:spPr/>
      <dgm:t>
        <a:bodyPr/>
        <a:lstStyle/>
        <a:p>
          <a:endParaRPr lang="en-IN"/>
        </a:p>
      </dgm:t>
    </dgm:pt>
    <dgm:pt modelId="{DEA994B7-46E6-4D52-B4A3-9A40171A4C22}" type="sibTrans" cxnId="{B2AE1A60-865B-4244-8FB5-C6AB636EA3CB}">
      <dgm:prSet/>
      <dgm:spPr/>
      <dgm:t>
        <a:bodyPr/>
        <a:lstStyle/>
        <a:p>
          <a:endParaRPr lang="en-IN"/>
        </a:p>
      </dgm:t>
    </dgm:pt>
    <dgm:pt modelId="{7310C1AF-67EB-47E9-9F27-A3FC59350C18}">
      <dgm:prSet custT="1"/>
      <dgm:spPr/>
      <dgm:t>
        <a:bodyPr/>
        <a:lstStyle/>
        <a:p>
          <a:pPr rtl="0"/>
          <a:r>
            <a:rPr lang="en-US" sz="2000">
              <a:latin typeface="Google"/>
            </a:rPr>
            <a:t>Did the action succeed? </a:t>
          </a:r>
          <a:endParaRPr lang="en-IN" sz="2000">
            <a:latin typeface="Google"/>
          </a:endParaRPr>
        </a:p>
      </dgm:t>
    </dgm:pt>
    <dgm:pt modelId="{4A08A89C-E355-434C-8634-7B3FAD5124BB}" type="parTrans" cxnId="{611A6755-BBCE-4E15-9427-5D26B7E1B7B8}">
      <dgm:prSet/>
      <dgm:spPr/>
      <dgm:t>
        <a:bodyPr/>
        <a:lstStyle/>
        <a:p>
          <a:endParaRPr lang="en-IN"/>
        </a:p>
      </dgm:t>
    </dgm:pt>
    <dgm:pt modelId="{7B1D6FFF-2490-4A25-AED6-BB4B56992E7C}" type="sibTrans" cxnId="{611A6755-BBCE-4E15-9427-5D26B7E1B7B8}">
      <dgm:prSet/>
      <dgm:spPr/>
      <dgm:t>
        <a:bodyPr/>
        <a:lstStyle/>
        <a:p>
          <a:endParaRPr lang="en-IN"/>
        </a:p>
      </dgm:t>
    </dgm:pt>
    <dgm:pt modelId="{4C66FF8E-3E75-440B-A0D8-CED8A81D7993}">
      <dgm:prSet custT="1"/>
      <dgm:spPr/>
      <dgm:t>
        <a:bodyPr/>
        <a:lstStyle/>
        <a:p>
          <a:pPr rtl="0"/>
          <a:r>
            <a:rPr lang="en-US" sz="2000">
              <a:latin typeface="Google"/>
            </a:rPr>
            <a:t>Did it fail? </a:t>
          </a:r>
          <a:endParaRPr lang="en-IN" sz="2000">
            <a:latin typeface="Google"/>
          </a:endParaRPr>
        </a:p>
      </dgm:t>
    </dgm:pt>
    <dgm:pt modelId="{6B22FDF1-9730-47EA-A8C0-9779A5BA2608}" type="parTrans" cxnId="{0FFFF5A5-8D75-40A8-A241-05DEBD259DAC}">
      <dgm:prSet/>
      <dgm:spPr/>
      <dgm:t>
        <a:bodyPr/>
        <a:lstStyle/>
        <a:p>
          <a:endParaRPr lang="en-IN"/>
        </a:p>
      </dgm:t>
    </dgm:pt>
    <dgm:pt modelId="{7B19FE96-9460-4A75-A433-0585F87BF23B}" type="sibTrans" cxnId="{0FFFF5A5-8D75-40A8-A241-05DEBD259DAC}">
      <dgm:prSet/>
      <dgm:spPr/>
      <dgm:t>
        <a:bodyPr/>
        <a:lstStyle/>
        <a:p>
          <a:endParaRPr lang="en-IN"/>
        </a:p>
      </dgm:t>
    </dgm:pt>
    <dgm:pt modelId="{C717D3FD-85D6-4A88-B64B-727ADDDEB810}">
      <dgm:prSet custT="1"/>
      <dgm:spPr/>
      <dgm:t>
        <a:bodyPr/>
        <a:lstStyle/>
        <a:p>
          <a:pPr rtl="0"/>
          <a:r>
            <a:rPr lang="en-US" sz="2000">
              <a:latin typeface="Google"/>
            </a:rPr>
            <a:t>Did it improve the state of the environment? </a:t>
          </a:r>
          <a:endParaRPr lang="en-IN" sz="2000">
            <a:latin typeface="Google"/>
          </a:endParaRPr>
        </a:p>
      </dgm:t>
    </dgm:pt>
    <dgm:pt modelId="{5418B64D-23F1-44E8-82F8-FEF0EC929E01}" type="parTrans" cxnId="{0C6867EB-FF90-4BFA-9235-BE59A6F91A0B}">
      <dgm:prSet/>
      <dgm:spPr/>
      <dgm:t>
        <a:bodyPr/>
        <a:lstStyle/>
        <a:p>
          <a:endParaRPr lang="en-IN"/>
        </a:p>
      </dgm:t>
    </dgm:pt>
    <dgm:pt modelId="{B9243300-5C0C-47C0-ACDA-C9778F70820A}" type="sibTrans" cxnId="{0C6867EB-FF90-4BFA-9235-BE59A6F91A0B}">
      <dgm:prSet/>
      <dgm:spPr/>
      <dgm:t>
        <a:bodyPr/>
        <a:lstStyle/>
        <a:p>
          <a:endParaRPr lang="en-IN"/>
        </a:p>
      </dgm:t>
    </dgm:pt>
    <dgm:pt modelId="{12A22966-D7A9-4FA6-A033-B116A00967E3}">
      <dgm:prSet custT="1"/>
      <dgm:spPr/>
      <dgm:t>
        <a:bodyPr/>
        <a:lstStyle/>
        <a:p>
          <a:pPr rtl="0"/>
          <a:r>
            <a:rPr lang="en-US" sz="2000">
              <a:latin typeface="Google"/>
            </a:rPr>
            <a:t>This feedback fuels learning and helps the agent refine its behavior</a:t>
          </a:r>
          <a:endParaRPr lang="en-IN" sz="2000">
            <a:latin typeface="Google"/>
          </a:endParaRPr>
        </a:p>
      </dgm:t>
    </dgm:pt>
    <dgm:pt modelId="{EEEC91C3-D0C8-458D-A51B-69D6E11F43E7}" type="parTrans" cxnId="{6C7B59F0-5658-4982-B69F-FC98E5A0F9A4}">
      <dgm:prSet/>
      <dgm:spPr/>
      <dgm:t>
        <a:bodyPr/>
        <a:lstStyle/>
        <a:p>
          <a:endParaRPr lang="en-IN"/>
        </a:p>
      </dgm:t>
    </dgm:pt>
    <dgm:pt modelId="{FAB65F7C-7E52-482F-BE86-2648D7611BAB}" type="sibTrans" cxnId="{6C7B59F0-5658-4982-B69F-FC98E5A0F9A4}">
      <dgm:prSet/>
      <dgm:spPr/>
      <dgm:t>
        <a:bodyPr/>
        <a:lstStyle/>
        <a:p>
          <a:endParaRPr lang="en-IN"/>
        </a:p>
      </dgm:t>
    </dgm:pt>
    <dgm:pt modelId="{FFAA68C4-5541-48D4-8270-B6464F3F1E1D}" type="pres">
      <dgm:prSet presAssocID="{3687F7E4-F3CB-4190-ADF0-7D5CDEFA7445}" presName="linear" presStyleCnt="0">
        <dgm:presLayoutVars>
          <dgm:animLvl val="lvl"/>
          <dgm:resizeHandles val="exact"/>
        </dgm:presLayoutVars>
      </dgm:prSet>
      <dgm:spPr/>
    </dgm:pt>
    <dgm:pt modelId="{CCDF461B-CEF0-469D-B391-A8337484F10F}" type="pres">
      <dgm:prSet presAssocID="{50B24483-DE71-4DD9-A805-34823944C0A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83189C-40D3-4F53-850B-1306F7376B80}" type="pres">
      <dgm:prSet presAssocID="{50B24483-DE71-4DD9-A805-34823944C0A8}" presName="childText" presStyleLbl="revTx" presStyleIdx="0" presStyleCnt="1">
        <dgm:presLayoutVars>
          <dgm:bulletEnabled val="1"/>
        </dgm:presLayoutVars>
      </dgm:prSet>
      <dgm:spPr/>
    </dgm:pt>
    <dgm:pt modelId="{295C06BC-DDD0-4C1A-913E-A7796F41D126}" type="pres">
      <dgm:prSet presAssocID="{12A22966-D7A9-4FA6-A033-B116A00967E3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B6A00D00-0193-480A-BF32-40E3B95B804C}" type="presOf" srcId="{3687F7E4-F3CB-4190-ADF0-7D5CDEFA7445}" destId="{FFAA68C4-5541-48D4-8270-B6464F3F1E1D}" srcOrd="0" destOrd="0" presId="urn:microsoft.com/office/officeart/2005/8/layout/vList2#7"/>
    <dgm:cxn modelId="{8EC6F623-A5C8-453F-8858-3F04CA074A02}" type="presOf" srcId="{50B24483-DE71-4DD9-A805-34823944C0A8}" destId="{CCDF461B-CEF0-469D-B391-A8337484F10F}" srcOrd="0" destOrd="0" presId="urn:microsoft.com/office/officeart/2005/8/layout/vList2#7"/>
    <dgm:cxn modelId="{BC324D28-717A-4439-8D9B-7BF466F90593}" type="presOf" srcId="{12A22966-D7A9-4FA6-A033-B116A00967E3}" destId="{295C06BC-DDD0-4C1A-913E-A7796F41D126}" srcOrd="0" destOrd="0" presId="urn:microsoft.com/office/officeart/2005/8/layout/vList2#7"/>
    <dgm:cxn modelId="{B2AE1A60-865B-4244-8FB5-C6AB636EA3CB}" srcId="{3687F7E4-F3CB-4190-ADF0-7D5CDEFA7445}" destId="{50B24483-DE71-4DD9-A805-34823944C0A8}" srcOrd="0" destOrd="0" parTransId="{A70A4014-86D1-4065-8A42-0CF3115AF4D3}" sibTransId="{DEA994B7-46E6-4D52-B4A3-9A40171A4C22}"/>
    <dgm:cxn modelId="{611A6755-BBCE-4E15-9427-5D26B7E1B7B8}" srcId="{50B24483-DE71-4DD9-A805-34823944C0A8}" destId="{7310C1AF-67EB-47E9-9F27-A3FC59350C18}" srcOrd="0" destOrd="0" parTransId="{4A08A89C-E355-434C-8634-7B3FAD5124BB}" sibTransId="{7B1D6FFF-2490-4A25-AED6-BB4B56992E7C}"/>
    <dgm:cxn modelId="{B4D08697-8A8E-4E31-9592-17A844DA653D}" type="presOf" srcId="{4C66FF8E-3E75-440B-A0D8-CED8A81D7993}" destId="{3883189C-40D3-4F53-850B-1306F7376B80}" srcOrd="0" destOrd="1" presId="urn:microsoft.com/office/officeart/2005/8/layout/vList2#7"/>
    <dgm:cxn modelId="{CFE34AA2-5FB2-4A6F-A56E-53733FB16402}" type="presOf" srcId="{7310C1AF-67EB-47E9-9F27-A3FC59350C18}" destId="{3883189C-40D3-4F53-850B-1306F7376B80}" srcOrd="0" destOrd="0" presId="urn:microsoft.com/office/officeart/2005/8/layout/vList2#7"/>
    <dgm:cxn modelId="{0FFFF5A5-8D75-40A8-A241-05DEBD259DAC}" srcId="{50B24483-DE71-4DD9-A805-34823944C0A8}" destId="{4C66FF8E-3E75-440B-A0D8-CED8A81D7993}" srcOrd="1" destOrd="0" parTransId="{6B22FDF1-9730-47EA-A8C0-9779A5BA2608}" sibTransId="{7B19FE96-9460-4A75-A433-0585F87BF23B}"/>
    <dgm:cxn modelId="{0833F9D1-C8FD-4A51-86D0-FE7E61EED3BF}" type="presOf" srcId="{C717D3FD-85D6-4A88-B64B-727ADDDEB810}" destId="{3883189C-40D3-4F53-850B-1306F7376B80}" srcOrd="0" destOrd="2" presId="urn:microsoft.com/office/officeart/2005/8/layout/vList2#7"/>
    <dgm:cxn modelId="{0C6867EB-FF90-4BFA-9235-BE59A6F91A0B}" srcId="{50B24483-DE71-4DD9-A805-34823944C0A8}" destId="{C717D3FD-85D6-4A88-B64B-727ADDDEB810}" srcOrd="2" destOrd="0" parTransId="{5418B64D-23F1-44E8-82F8-FEF0EC929E01}" sibTransId="{B9243300-5C0C-47C0-ACDA-C9778F70820A}"/>
    <dgm:cxn modelId="{6C7B59F0-5658-4982-B69F-FC98E5A0F9A4}" srcId="{3687F7E4-F3CB-4190-ADF0-7D5CDEFA7445}" destId="{12A22966-D7A9-4FA6-A033-B116A00967E3}" srcOrd="1" destOrd="0" parTransId="{EEEC91C3-D0C8-458D-A51B-69D6E11F43E7}" sibTransId="{FAB65F7C-7E52-482F-BE86-2648D7611BAB}"/>
    <dgm:cxn modelId="{3AB2878F-0F41-4155-8443-DD5982DC2819}" type="presParOf" srcId="{FFAA68C4-5541-48D4-8270-B6464F3F1E1D}" destId="{CCDF461B-CEF0-469D-B391-A8337484F10F}" srcOrd="0" destOrd="0" presId="urn:microsoft.com/office/officeart/2005/8/layout/vList2#7"/>
    <dgm:cxn modelId="{9CB5BA5A-6371-4B05-855D-FCB34B372DD7}" type="presParOf" srcId="{FFAA68C4-5541-48D4-8270-B6464F3F1E1D}" destId="{3883189C-40D3-4F53-850B-1306F7376B80}" srcOrd="1" destOrd="0" presId="urn:microsoft.com/office/officeart/2005/8/layout/vList2#7"/>
    <dgm:cxn modelId="{98B61E27-0D54-4926-8EBD-F04C3FEBD11D}" type="presParOf" srcId="{FFAA68C4-5541-48D4-8270-B6464F3F1E1D}" destId="{295C06BC-DDD0-4C1A-913E-A7796F41D126}" srcOrd="2" destOrd="0" presId="urn:microsoft.com/office/officeart/2005/8/layout/vList2#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D2BE385-8834-4F56-BA8E-311BF156ACE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A149286-02FE-41CD-AE31-36BEAAA122F3}">
      <dgm:prSet/>
      <dgm:spPr/>
      <dgm:t>
        <a:bodyPr/>
        <a:lstStyle/>
        <a:p>
          <a:r>
            <a:rPr lang="en-US"/>
            <a:t>The flow looks something like this: </a:t>
          </a:r>
        </a:p>
      </dgm:t>
    </dgm:pt>
    <dgm:pt modelId="{6AEDF3BC-28F2-48EE-AE53-5B08ED39AD3E}" type="parTrans" cxnId="{13A57A32-EA72-48D5-B53C-D2F88707B1CF}">
      <dgm:prSet/>
      <dgm:spPr/>
      <dgm:t>
        <a:bodyPr/>
        <a:lstStyle/>
        <a:p>
          <a:endParaRPr lang="en-US"/>
        </a:p>
      </dgm:t>
    </dgm:pt>
    <dgm:pt modelId="{A52EDB51-B384-428D-B056-A1BBE5670493}" type="sibTrans" cxnId="{13A57A32-EA72-48D5-B53C-D2F88707B1CF}">
      <dgm:prSet/>
      <dgm:spPr/>
      <dgm:t>
        <a:bodyPr/>
        <a:lstStyle/>
        <a:p>
          <a:endParaRPr lang="en-US"/>
        </a:p>
      </dgm:t>
    </dgm:pt>
    <dgm:pt modelId="{18F1CE3A-3F65-41BC-A0F8-B02E64135B7E}">
      <dgm:prSet/>
      <dgm:spPr/>
      <dgm:t>
        <a:bodyPr/>
        <a:lstStyle/>
        <a:p>
          <a:r>
            <a:rPr lang="en-US"/>
            <a:t>Perceive → Understand → Plan → Decide → Act → Learn → Repeat </a:t>
          </a:r>
        </a:p>
      </dgm:t>
    </dgm:pt>
    <dgm:pt modelId="{DAF470FD-A6A6-4959-A565-7316508BD06B}" type="parTrans" cxnId="{57A38287-27BC-4BCF-AD58-DD619812CEAB}">
      <dgm:prSet/>
      <dgm:spPr/>
      <dgm:t>
        <a:bodyPr/>
        <a:lstStyle/>
        <a:p>
          <a:endParaRPr lang="en-US"/>
        </a:p>
      </dgm:t>
    </dgm:pt>
    <dgm:pt modelId="{140CEC7E-2106-468C-B08D-BA5D10DE55B6}" type="sibTrans" cxnId="{57A38287-27BC-4BCF-AD58-DD619812CEAB}">
      <dgm:prSet/>
      <dgm:spPr/>
      <dgm:t>
        <a:bodyPr/>
        <a:lstStyle/>
        <a:p>
          <a:endParaRPr lang="en-US"/>
        </a:p>
      </dgm:t>
    </dgm:pt>
    <dgm:pt modelId="{8F1DD2B2-E359-46B1-9D03-6593DCBFF455}">
      <dgm:prSet/>
      <dgm:spPr/>
      <dgm:t>
        <a:bodyPr/>
        <a:lstStyle/>
        <a:p>
          <a:r>
            <a:rPr lang="en-US"/>
            <a:t>Every AI agent—whether it’s a chatbot, game bot, robot, or task automation tool—relies on some version of this cycle.</a:t>
          </a:r>
        </a:p>
      </dgm:t>
    </dgm:pt>
    <dgm:pt modelId="{42D6169D-E226-4B3B-BC78-6753C8872D11}" type="parTrans" cxnId="{625EF3AA-6E0A-43C4-9B77-079EF26631D7}">
      <dgm:prSet/>
      <dgm:spPr/>
      <dgm:t>
        <a:bodyPr/>
        <a:lstStyle/>
        <a:p>
          <a:endParaRPr lang="en-US"/>
        </a:p>
      </dgm:t>
    </dgm:pt>
    <dgm:pt modelId="{1EABE17C-AFDA-4129-B63A-D090BF05059E}" type="sibTrans" cxnId="{625EF3AA-6E0A-43C4-9B77-079EF26631D7}">
      <dgm:prSet/>
      <dgm:spPr/>
      <dgm:t>
        <a:bodyPr/>
        <a:lstStyle/>
        <a:p>
          <a:endParaRPr lang="en-US"/>
        </a:p>
      </dgm:t>
    </dgm:pt>
    <dgm:pt modelId="{876AB60B-1D25-4890-A243-DDB4A133FBA4}" type="pres">
      <dgm:prSet presAssocID="{0D2BE385-8834-4F56-BA8E-311BF156ACEF}" presName="root" presStyleCnt="0">
        <dgm:presLayoutVars>
          <dgm:dir/>
          <dgm:resizeHandles val="exact"/>
        </dgm:presLayoutVars>
      </dgm:prSet>
      <dgm:spPr/>
    </dgm:pt>
    <dgm:pt modelId="{AE112B0F-6E2B-4603-8033-DCD449AFDD99}" type="pres">
      <dgm:prSet presAssocID="{EA149286-02FE-41CD-AE31-36BEAAA122F3}" presName="compNode" presStyleCnt="0"/>
      <dgm:spPr/>
    </dgm:pt>
    <dgm:pt modelId="{FD16ACCE-33BD-4A41-BF6B-6E89ABB79716}" type="pres">
      <dgm:prSet presAssocID="{EA149286-02FE-41CD-AE31-36BEAAA122F3}" presName="bgRect" presStyleLbl="bgShp" presStyleIdx="0" presStyleCnt="3"/>
      <dgm:spPr/>
    </dgm:pt>
    <dgm:pt modelId="{0385B55A-2797-474E-A10C-32F08944D9AB}" type="pres">
      <dgm:prSet presAssocID="{EA149286-02FE-41CD-AE31-36BEAAA122F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E9F5489E-0193-4F7D-9C52-713A36312E54}" type="pres">
      <dgm:prSet presAssocID="{EA149286-02FE-41CD-AE31-36BEAAA122F3}" presName="spaceRect" presStyleCnt="0"/>
      <dgm:spPr/>
    </dgm:pt>
    <dgm:pt modelId="{0B395815-A59C-4544-BFB6-786ED09AFF6B}" type="pres">
      <dgm:prSet presAssocID="{EA149286-02FE-41CD-AE31-36BEAAA122F3}" presName="parTx" presStyleLbl="revTx" presStyleIdx="0" presStyleCnt="3">
        <dgm:presLayoutVars>
          <dgm:chMax val="0"/>
          <dgm:chPref val="0"/>
        </dgm:presLayoutVars>
      </dgm:prSet>
      <dgm:spPr/>
    </dgm:pt>
    <dgm:pt modelId="{A1372E2F-A2ED-4064-ADE2-326799DACF98}" type="pres">
      <dgm:prSet presAssocID="{A52EDB51-B384-428D-B056-A1BBE5670493}" presName="sibTrans" presStyleCnt="0"/>
      <dgm:spPr/>
    </dgm:pt>
    <dgm:pt modelId="{451D419F-21D9-4574-83C5-FD0421F1F836}" type="pres">
      <dgm:prSet presAssocID="{18F1CE3A-3F65-41BC-A0F8-B02E64135B7E}" presName="compNode" presStyleCnt="0"/>
      <dgm:spPr/>
    </dgm:pt>
    <dgm:pt modelId="{730BBF26-7030-4A39-A4F1-54E6DA7E1201}" type="pres">
      <dgm:prSet presAssocID="{18F1CE3A-3F65-41BC-A0F8-B02E64135B7E}" presName="bgRect" presStyleLbl="bgShp" presStyleIdx="1" presStyleCnt="3"/>
      <dgm:spPr/>
    </dgm:pt>
    <dgm:pt modelId="{CD2F0A0E-7A6F-4312-8D81-7C6EC214991A}" type="pres">
      <dgm:prSet presAssocID="{18F1CE3A-3F65-41BC-A0F8-B02E64135B7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8EC92C7E-EA34-4BEE-80B8-E89F5AD9FA52}" type="pres">
      <dgm:prSet presAssocID="{18F1CE3A-3F65-41BC-A0F8-B02E64135B7E}" presName="spaceRect" presStyleCnt="0"/>
      <dgm:spPr/>
    </dgm:pt>
    <dgm:pt modelId="{9655467E-CF7A-4D74-8FDC-1EBFD0B0A9CB}" type="pres">
      <dgm:prSet presAssocID="{18F1CE3A-3F65-41BC-A0F8-B02E64135B7E}" presName="parTx" presStyleLbl="revTx" presStyleIdx="1" presStyleCnt="3">
        <dgm:presLayoutVars>
          <dgm:chMax val="0"/>
          <dgm:chPref val="0"/>
        </dgm:presLayoutVars>
      </dgm:prSet>
      <dgm:spPr/>
    </dgm:pt>
    <dgm:pt modelId="{375CE4B6-7C8B-4521-A9F1-C58280011D7A}" type="pres">
      <dgm:prSet presAssocID="{140CEC7E-2106-468C-B08D-BA5D10DE55B6}" presName="sibTrans" presStyleCnt="0"/>
      <dgm:spPr/>
    </dgm:pt>
    <dgm:pt modelId="{335ABA26-6227-48DF-8354-C116791820A0}" type="pres">
      <dgm:prSet presAssocID="{8F1DD2B2-E359-46B1-9D03-6593DCBFF455}" presName="compNode" presStyleCnt="0"/>
      <dgm:spPr/>
    </dgm:pt>
    <dgm:pt modelId="{12BC5A94-9007-44CB-9C51-12741776C3B1}" type="pres">
      <dgm:prSet presAssocID="{8F1DD2B2-E359-46B1-9D03-6593DCBFF455}" presName="bgRect" presStyleLbl="bgShp" presStyleIdx="2" presStyleCnt="3"/>
      <dgm:spPr/>
    </dgm:pt>
    <dgm:pt modelId="{5341EADD-1854-40C8-BE6C-22245E1B3022}" type="pres">
      <dgm:prSet presAssocID="{8F1DD2B2-E359-46B1-9D03-6593DCBFF45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8977C1C-3AA8-496D-8986-DD419E5FC7C1}" type="pres">
      <dgm:prSet presAssocID="{8F1DD2B2-E359-46B1-9D03-6593DCBFF455}" presName="spaceRect" presStyleCnt="0"/>
      <dgm:spPr/>
    </dgm:pt>
    <dgm:pt modelId="{57A86749-2097-442C-9A41-BBE5FB40C148}" type="pres">
      <dgm:prSet presAssocID="{8F1DD2B2-E359-46B1-9D03-6593DCBFF45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AB5DE11-31D8-4A0D-88BD-98264CF56561}" type="presOf" srcId="{EA149286-02FE-41CD-AE31-36BEAAA122F3}" destId="{0B395815-A59C-4544-BFB6-786ED09AFF6B}" srcOrd="0" destOrd="0" presId="urn:microsoft.com/office/officeart/2018/2/layout/IconVerticalSolidList"/>
    <dgm:cxn modelId="{13A57A32-EA72-48D5-B53C-D2F88707B1CF}" srcId="{0D2BE385-8834-4F56-BA8E-311BF156ACEF}" destId="{EA149286-02FE-41CD-AE31-36BEAAA122F3}" srcOrd="0" destOrd="0" parTransId="{6AEDF3BC-28F2-48EE-AE53-5B08ED39AD3E}" sibTransId="{A52EDB51-B384-428D-B056-A1BBE5670493}"/>
    <dgm:cxn modelId="{49621148-7385-42D9-B7B7-5FB93669A55E}" type="presOf" srcId="{18F1CE3A-3F65-41BC-A0F8-B02E64135B7E}" destId="{9655467E-CF7A-4D74-8FDC-1EBFD0B0A9CB}" srcOrd="0" destOrd="0" presId="urn:microsoft.com/office/officeart/2018/2/layout/IconVerticalSolidList"/>
    <dgm:cxn modelId="{67319C70-87A9-47F6-A86B-CC44A6D33FD5}" type="presOf" srcId="{8F1DD2B2-E359-46B1-9D03-6593DCBFF455}" destId="{57A86749-2097-442C-9A41-BBE5FB40C148}" srcOrd="0" destOrd="0" presId="urn:microsoft.com/office/officeart/2018/2/layout/IconVerticalSolidList"/>
    <dgm:cxn modelId="{57A38287-27BC-4BCF-AD58-DD619812CEAB}" srcId="{0D2BE385-8834-4F56-BA8E-311BF156ACEF}" destId="{18F1CE3A-3F65-41BC-A0F8-B02E64135B7E}" srcOrd="1" destOrd="0" parTransId="{DAF470FD-A6A6-4959-A565-7316508BD06B}" sibTransId="{140CEC7E-2106-468C-B08D-BA5D10DE55B6}"/>
    <dgm:cxn modelId="{ED2EA597-8646-4E2A-96EF-A1AA3FAE5AE3}" type="presOf" srcId="{0D2BE385-8834-4F56-BA8E-311BF156ACEF}" destId="{876AB60B-1D25-4890-A243-DDB4A133FBA4}" srcOrd="0" destOrd="0" presId="urn:microsoft.com/office/officeart/2018/2/layout/IconVerticalSolidList"/>
    <dgm:cxn modelId="{625EF3AA-6E0A-43C4-9B77-079EF26631D7}" srcId="{0D2BE385-8834-4F56-BA8E-311BF156ACEF}" destId="{8F1DD2B2-E359-46B1-9D03-6593DCBFF455}" srcOrd="2" destOrd="0" parTransId="{42D6169D-E226-4B3B-BC78-6753C8872D11}" sibTransId="{1EABE17C-AFDA-4129-B63A-D090BF05059E}"/>
    <dgm:cxn modelId="{4E856C8F-EBDD-4A38-8B5B-0551587FACB0}" type="presParOf" srcId="{876AB60B-1D25-4890-A243-DDB4A133FBA4}" destId="{AE112B0F-6E2B-4603-8033-DCD449AFDD99}" srcOrd="0" destOrd="0" presId="urn:microsoft.com/office/officeart/2018/2/layout/IconVerticalSolidList"/>
    <dgm:cxn modelId="{CD783BCC-291C-4D34-AC33-3008A5BBF191}" type="presParOf" srcId="{AE112B0F-6E2B-4603-8033-DCD449AFDD99}" destId="{FD16ACCE-33BD-4A41-BF6B-6E89ABB79716}" srcOrd="0" destOrd="0" presId="urn:microsoft.com/office/officeart/2018/2/layout/IconVerticalSolidList"/>
    <dgm:cxn modelId="{B6199E2A-9320-4445-954A-4F80B84F241A}" type="presParOf" srcId="{AE112B0F-6E2B-4603-8033-DCD449AFDD99}" destId="{0385B55A-2797-474E-A10C-32F08944D9AB}" srcOrd="1" destOrd="0" presId="urn:microsoft.com/office/officeart/2018/2/layout/IconVerticalSolidList"/>
    <dgm:cxn modelId="{9EDEC5E1-9CDB-497E-801F-312482BC4ABE}" type="presParOf" srcId="{AE112B0F-6E2B-4603-8033-DCD449AFDD99}" destId="{E9F5489E-0193-4F7D-9C52-713A36312E54}" srcOrd="2" destOrd="0" presId="urn:microsoft.com/office/officeart/2018/2/layout/IconVerticalSolidList"/>
    <dgm:cxn modelId="{CB503505-D41D-4C7A-8951-9E80EBF392BD}" type="presParOf" srcId="{AE112B0F-6E2B-4603-8033-DCD449AFDD99}" destId="{0B395815-A59C-4544-BFB6-786ED09AFF6B}" srcOrd="3" destOrd="0" presId="urn:microsoft.com/office/officeart/2018/2/layout/IconVerticalSolidList"/>
    <dgm:cxn modelId="{732FCFAE-FBCA-4826-BAE9-F42E6AF884DD}" type="presParOf" srcId="{876AB60B-1D25-4890-A243-DDB4A133FBA4}" destId="{A1372E2F-A2ED-4064-ADE2-326799DACF98}" srcOrd="1" destOrd="0" presId="urn:microsoft.com/office/officeart/2018/2/layout/IconVerticalSolidList"/>
    <dgm:cxn modelId="{3A4EC2A3-B913-4961-A8B3-4C1F97303C38}" type="presParOf" srcId="{876AB60B-1D25-4890-A243-DDB4A133FBA4}" destId="{451D419F-21D9-4574-83C5-FD0421F1F836}" srcOrd="2" destOrd="0" presId="urn:microsoft.com/office/officeart/2018/2/layout/IconVerticalSolidList"/>
    <dgm:cxn modelId="{A0D03284-838F-4117-9122-2D5A6292B223}" type="presParOf" srcId="{451D419F-21D9-4574-83C5-FD0421F1F836}" destId="{730BBF26-7030-4A39-A4F1-54E6DA7E1201}" srcOrd="0" destOrd="0" presId="urn:microsoft.com/office/officeart/2018/2/layout/IconVerticalSolidList"/>
    <dgm:cxn modelId="{02E0473C-C364-4BEE-8608-C10B21365F81}" type="presParOf" srcId="{451D419F-21D9-4574-83C5-FD0421F1F836}" destId="{CD2F0A0E-7A6F-4312-8D81-7C6EC214991A}" srcOrd="1" destOrd="0" presId="urn:microsoft.com/office/officeart/2018/2/layout/IconVerticalSolidList"/>
    <dgm:cxn modelId="{8723ABCB-05B9-480F-B151-8410D83585D1}" type="presParOf" srcId="{451D419F-21D9-4574-83C5-FD0421F1F836}" destId="{8EC92C7E-EA34-4BEE-80B8-E89F5AD9FA52}" srcOrd="2" destOrd="0" presId="urn:microsoft.com/office/officeart/2018/2/layout/IconVerticalSolidList"/>
    <dgm:cxn modelId="{1DC24DE9-EE4E-446C-94A7-5F461A7B5E31}" type="presParOf" srcId="{451D419F-21D9-4574-83C5-FD0421F1F836}" destId="{9655467E-CF7A-4D74-8FDC-1EBFD0B0A9CB}" srcOrd="3" destOrd="0" presId="urn:microsoft.com/office/officeart/2018/2/layout/IconVerticalSolidList"/>
    <dgm:cxn modelId="{EDBFAA10-6700-458D-A4FC-CC914D3BE334}" type="presParOf" srcId="{876AB60B-1D25-4890-A243-DDB4A133FBA4}" destId="{375CE4B6-7C8B-4521-A9F1-C58280011D7A}" srcOrd="3" destOrd="0" presId="urn:microsoft.com/office/officeart/2018/2/layout/IconVerticalSolidList"/>
    <dgm:cxn modelId="{FC2830EA-D2C4-44BA-8888-B969AB333122}" type="presParOf" srcId="{876AB60B-1D25-4890-A243-DDB4A133FBA4}" destId="{335ABA26-6227-48DF-8354-C116791820A0}" srcOrd="4" destOrd="0" presId="urn:microsoft.com/office/officeart/2018/2/layout/IconVerticalSolidList"/>
    <dgm:cxn modelId="{0475DC56-6DB8-47E5-95F3-67FECA14B921}" type="presParOf" srcId="{335ABA26-6227-48DF-8354-C116791820A0}" destId="{12BC5A94-9007-44CB-9C51-12741776C3B1}" srcOrd="0" destOrd="0" presId="urn:microsoft.com/office/officeart/2018/2/layout/IconVerticalSolidList"/>
    <dgm:cxn modelId="{D57CD648-66CA-455D-9F2F-0D016896864F}" type="presParOf" srcId="{335ABA26-6227-48DF-8354-C116791820A0}" destId="{5341EADD-1854-40C8-BE6C-22245E1B3022}" srcOrd="1" destOrd="0" presId="urn:microsoft.com/office/officeart/2018/2/layout/IconVerticalSolidList"/>
    <dgm:cxn modelId="{03B3F9D9-F27A-4344-AA57-234AC663A037}" type="presParOf" srcId="{335ABA26-6227-48DF-8354-C116791820A0}" destId="{08977C1C-3AA8-496D-8986-DD419E5FC7C1}" srcOrd="2" destOrd="0" presId="urn:microsoft.com/office/officeart/2018/2/layout/IconVerticalSolidList"/>
    <dgm:cxn modelId="{3ABEC5AD-8D95-482D-8E1F-BB2D4C101D01}" type="presParOf" srcId="{335ABA26-6227-48DF-8354-C116791820A0}" destId="{57A86749-2097-442C-9A41-BBE5FB40C1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90405A-7F4C-486F-AEE2-BFAACE93A751}">
      <dsp:nvSpPr>
        <dsp:cNvPr id="0" name=""/>
        <dsp:cNvSpPr/>
      </dsp:nvSpPr>
      <dsp:spPr>
        <a:xfrm>
          <a:off x="0" y="55852"/>
          <a:ext cx="6900512" cy="551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Google"/>
            </a:rPr>
            <a:t>Autonomous Task Execution</a:t>
          </a:r>
          <a:endParaRPr lang="en-IN" sz="2300" kern="1200">
            <a:latin typeface="Google"/>
          </a:endParaRPr>
        </a:p>
      </dsp:txBody>
      <dsp:txXfrm>
        <a:off x="26930" y="82782"/>
        <a:ext cx="6846652" cy="497795"/>
      </dsp:txXfrm>
    </dsp:sp>
    <dsp:sp modelId="{619829A1-5904-4FAE-BE87-EE321C5A7733}">
      <dsp:nvSpPr>
        <dsp:cNvPr id="0" name=""/>
        <dsp:cNvSpPr/>
      </dsp:nvSpPr>
      <dsp:spPr>
        <a:xfrm>
          <a:off x="0" y="607507"/>
          <a:ext cx="6900512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Google"/>
            </a:rPr>
            <a:t>Can perform tasks end-to-end with minimal human oversight(e.g., market monitoring, customer follow-ups).</a:t>
          </a:r>
          <a:endParaRPr lang="en-IN" sz="1800" kern="1200">
            <a:latin typeface="Google"/>
          </a:endParaRPr>
        </a:p>
      </dsp:txBody>
      <dsp:txXfrm>
        <a:off x="0" y="607507"/>
        <a:ext cx="6900512" cy="571320"/>
      </dsp:txXfrm>
    </dsp:sp>
    <dsp:sp modelId="{8D62C9CA-1582-499C-845B-78C07ED03A7F}">
      <dsp:nvSpPr>
        <dsp:cNvPr id="0" name=""/>
        <dsp:cNvSpPr/>
      </dsp:nvSpPr>
      <dsp:spPr>
        <a:xfrm>
          <a:off x="0" y="1178827"/>
          <a:ext cx="6900512" cy="551655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Google"/>
            </a:rPr>
            <a:t>Goal-Oriented Reasoning</a:t>
          </a:r>
          <a:endParaRPr lang="en-IN" sz="2300" kern="1200">
            <a:latin typeface="Google"/>
          </a:endParaRPr>
        </a:p>
      </dsp:txBody>
      <dsp:txXfrm>
        <a:off x="26930" y="1205757"/>
        <a:ext cx="6846652" cy="497795"/>
      </dsp:txXfrm>
    </dsp:sp>
    <dsp:sp modelId="{99DB6D13-4A22-4129-8854-B3B4156FCF51}">
      <dsp:nvSpPr>
        <dsp:cNvPr id="0" name=""/>
        <dsp:cNvSpPr/>
      </dsp:nvSpPr>
      <dsp:spPr>
        <a:xfrm>
          <a:off x="0" y="1730482"/>
          <a:ext cx="6900512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Google"/>
            </a:rPr>
            <a:t>Not just reactive—agents can plan, evaluate, and adapt toreach a target state.</a:t>
          </a:r>
          <a:endParaRPr lang="en-IN" sz="1800" kern="1200">
            <a:latin typeface="Google"/>
          </a:endParaRPr>
        </a:p>
      </dsp:txBody>
      <dsp:txXfrm>
        <a:off x="0" y="1730482"/>
        <a:ext cx="6900512" cy="571320"/>
      </dsp:txXfrm>
    </dsp:sp>
    <dsp:sp modelId="{838027E8-496E-49FB-8CFE-028A314ED40F}">
      <dsp:nvSpPr>
        <dsp:cNvPr id="0" name=""/>
        <dsp:cNvSpPr/>
      </dsp:nvSpPr>
      <dsp:spPr>
        <a:xfrm>
          <a:off x="0" y="2301802"/>
          <a:ext cx="6900512" cy="551655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Google"/>
            </a:rPr>
            <a:t>Integration with Tools &amp; APIs</a:t>
          </a:r>
          <a:endParaRPr lang="en-IN" sz="2300" kern="1200">
            <a:latin typeface="Google"/>
          </a:endParaRPr>
        </a:p>
      </dsp:txBody>
      <dsp:txXfrm>
        <a:off x="26930" y="2328732"/>
        <a:ext cx="6846652" cy="497795"/>
      </dsp:txXfrm>
    </dsp:sp>
    <dsp:sp modelId="{1F4F4A0E-12F3-4B8F-B12B-89902257B24E}">
      <dsp:nvSpPr>
        <dsp:cNvPr id="0" name=""/>
        <dsp:cNvSpPr/>
      </dsp:nvSpPr>
      <dsp:spPr>
        <a:xfrm>
          <a:off x="0" y="2853457"/>
          <a:ext cx="6900512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Google"/>
            </a:rPr>
            <a:t>AI Agents can use calculators, databases, CRMs, </a:t>
          </a:r>
          <a:r>
            <a:rPr lang="en-US" sz="1800" kern="1200" err="1">
              <a:latin typeface="Google"/>
            </a:rPr>
            <a:t>browsers,etc</a:t>
          </a:r>
          <a:r>
            <a:rPr lang="en-US" sz="1800" kern="1200">
              <a:latin typeface="Google"/>
            </a:rPr>
            <a:t>., to get real work done.</a:t>
          </a:r>
          <a:endParaRPr lang="en-IN" sz="1800" kern="1200">
            <a:latin typeface="Google"/>
          </a:endParaRPr>
        </a:p>
      </dsp:txBody>
      <dsp:txXfrm>
        <a:off x="0" y="2853457"/>
        <a:ext cx="6900512" cy="571320"/>
      </dsp:txXfrm>
    </dsp:sp>
    <dsp:sp modelId="{5BB92EAC-3A13-44B8-B08A-A4E4F1E96087}">
      <dsp:nvSpPr>
        <dsp:cNvPr id="0" name=""/>
        <dsp:cNvSpPr/>
      </dsp:nvSpPr>
      <dsp:spPr>
        <a:xfrm>
          <a:off x="0" y="3424778"/>
          <a:ext cx="6900512" cy="551655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Google"/>
            </a:rPr>
            <a:t>Efficiency &amp; Time Saving</a:t>
          </a:r>
          <a:endParaRPr lang="en-IN" sz="2300" kern="1200">
            <a:latin typeface="Google"/>
          </a:endParaRPr>
        </a:p>
      </dsp:txBody>
      <dsp:txXfrm>
        <a:off x="26930" y="3451708"/>
        <a:ext cx="6846652" cy="497795"/>
      </dsp:txXfrm>
    </dsp:sp>
    <dsp:sp modelId="{C349261C-DFF6-498C-B6C2-1BC062931EC1}">
      <dsp:nvSpPr>
        <dsp:cNvPr id="0" name=""/>
        <dsp:cNvSpPr/>
      </dsp:nvSpPr>
      <dsp:spPr>
        <a:xfrm>
          <a:off x="0" y="3976433"/>
          <a:ext cx="6900512" cy="571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Google"/>
            </a:rPr>
            <a:t>Can automate workflows that would otherwise need </a:t>
          </a:r>
          <a:r>
            <a:rPr lang="en-US" sz="1800" kern="1200" err="1">
              <a:latin typeface="Google"/>
            </a:rPr>
            <a:t>manualsteps</a:t>
          </a:r>
          <a:r>
            <a:rPr lang="en-US" sz="1800" kern="1200">
              <a:latin typeface="Google"/>
            </a:rPr>
            <a:t> or scripting.</a:t>
          </a:r>
          <a:endParaRPr lang="en-IN" sz="1800" kern="1200">
            <a:latin typeface="Google"/>
          </a:endParaRPr>
        </a:p>
      </dsp:txBody>
      <dsp:txXfrm>
        <a:off x="0" y="3976433"/>
        <a:ext cx="6900512" cy="571320"/>
      </dsp:txXfrm>
    </dsp:sp>
    <dsp:sp modelId="{DCE7C9A5-93FC-40A7-A7BD-3287AB76F179}">
      <dsp:nvSpPr>
        <dsp:cNvPr id="0" name=""/>
        <dsp:cNvSpPr/>
      </dsp:nvSpPr>
      <dsp:spPr>
        <a:xfrm>
          <a:off x="0" y="4547753"/>
          <a:ext cx="6900512" cy="551655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>
              <a:latin typeface="Google"/>
            </a:rPr>
            <a:t>Adaptability</a:t>
          </a:r>
          <a:endParaRPr lang="en-IN" sz="2300" kern="1200">
            <a:latin typeface="Google"/>
          </a:endParaRPr>
        </a:p>
      </dsp:txBody>
      <dsp:txXfrm>
        <a:off x="26930" y="4574683"/>
        <a:ext cx="6846652" cy="497795"/>
      </dsp:txXfrm>
    </dsp:sp>
    <dsp:sp modelId="{B7059842-678E-416D-8248-A51C12CE2761}">
      <dsp:nvSpPr>
        <dsp:cNvPr id="0" name=""/>
        <dsp:cNvSpPr/>
      </dsp:nvSpPr>
      <dsp:spPr>
        <a:xfrm>
          <a:off x="0" y="5099408"/>
          <a:ext cx="6900512" cy="380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9091" tIns="29210" rIns="163576" bIns="29210" numCol="1" spcCol="1270" anchor="t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>
              <a:latin typeface="Google"/>
            </a:rPr>
            <a:t>Can be designed to adapt strategies based on context </a:t>
          </a:r>
          <a:r>
            <a:rPr lang="en-US" sz="1800" kern="1200" err="1">
              <a:latin typeface="Google"/>
            </a:rPr>
            <a:t>orfeedback</a:t>
          </a:r>
          <a:r>
            <a:rPr lang="en-US" sz="1800" kern="1200">
              <a:latin typeface="Google"/>
            </a:rPr>
            <a:t>.</a:t>
          </a:r>
          <a:endParaRPr lang="en-IN" sz="1800" kern="1200">
            <a:latin typeface="Google"/>
          </a:endParaRPr>
        </a:p>
      </dsp:txBody>
      <dsp:txXfrm>
        <a:off x="0" y="5099408"/>
        <a:ext cx="6900512" cy="38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16F44-2143-4E6F-AE23-322A40B4DC9C}">
      <dsp:nvSpPr>
        <dsp:cNvPr id="0" name=""/>
        <dsp:cNvSpPr/>
      </dsp:nvSpPr>
      <dsp:spPr>
        <a:xfrm>
          <a:off x="0" y="4325"/>
          <a:ext cx="6900512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8BC4C-84F9-455B-BBF6-69884F6C14C2}">
      <dsp:nvSpPr>
        <dsp:cNvPr id="0" name=""/>
        <dsp:cNvSpPr/>
      </dsp:nvSpPr>
      <dsp:spPr>
        <a:xfrm>
          <a:off x="278677" y="211606"/>
          <a:ext cx="506686" cy="5066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E967A-3EE3-4AF5-8FB6-E99DA417F3E9}">
      <dsp:nvSpPr>
        <dsp:cNvPr id="0" name=""/>
        <dsp:cNvSpPr/>
      </dsp:nvSpPr>
      <dsp:spPr>
        <a:xfrm>
          <a:off x="1064041" y="4325"/>
          <a:ext cx="3105230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Complex Setup &amp; Maintenance</a:t>
          </a:r>
          <a:endParaRPr lang="en-IN" sz="1900" kern="1200"/>
        </a:p>
      </dsp:txBody>
      <dsp:txXfrm>
        <a:off x="1064041" y="4325"/>
        <a:ext cx="3105230" cy="921248"/>
      </dsp:txXfrm>
    </dsp:sp>
    <dsp:sp modelId="{E1A8F391-9BD6-4AA2-BD2E-E77B652D2814}">
      <dsp:nvSpPr>
        <dsp:cNvPr id="0" name=""/>
        <dsp:cNvSpPr/>
      </dsp:nvSpPr>
      <dsp:spPr>
        <a:xfrm>
          <a:off x="4169272" y="4325"/>
          <a:ext cx="2731239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Requires orchestration, environment configuration, andsometimes custom toolchains.</a:t>
          </a:r>
        </a:p>
      </dsp:txBody>
      <dsp:txXfrm>
        <a:off x="4169272" y="4325"/>
        <a:ext cx="2731239" cy="921248"/>
      </dsp:txXfrm>
    </dsp:sp>
    <dsp:sp modelId="{68EC332B-D1C9-4F2F-89C9-D626C235DFA9}">
      <dsp:nvSpPr>
        <dsp:cNvPr id="0" name=""/>
        <dsp:cNvSpPr/>
      </dsp:nvSpPr>
      <dsp:spPr>
        <a:xfrm>
          <a:off x="0" y="1155885"/>
          <a:ext cx="6900512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B706D3-ED43-49A6-A3F5-41B74225D563}">
      <dsp:nvSpPr>
        <dsp:cNvPr id="0" name=""/>
        <dsp:cNvSpPr/>
      </dsp:nvSpPr>
      <dsp:spPr>
        <a:xfrm>
          <a:off x="278677" y="1363166"/>
          <a:ext cx="506686" cy="5066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93117-CE45-42EC-A90F-D977ADD6F0B4}">
      <dsp:nvSpPr>
        <dsp:cNvPr id="0" name=""/>
        <dsp:cNvSpPr/>
      </dsp:nvSpPr>
      <dsp:spPr>
        <a:xfrm>
          <a:off x="1064041" y="1155885"/>
          <a:ext cx="3105230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Unpredictable Behavior</a:t>
          </a:r>
          <a:endParaRPr lang="en-IN" sz="1900" kern="1200"/>
        </a:p>
      </dsp:txBody>
      <dsp:txXfrm>
        <a:off x="1064041" y="1155885"/>
        <a:ext cx="3105230" cy="921248"/>
      </dsp:txXfrm>
    </dsp:sp>
    <dsp:sp modelId="{0A5AF69D-C734-463E-B5F3-53103202971F}">
      <dsp:nvSpPr>
        <dsp:cNvPr id="0" name=""/>
        <dsp:cNvSpPr/>
      </dsp:nvSpPr>
      <dsp:spPr>
        <a:xfrm>
          <a:off x="4169272" y="1155885"/>
          <a:ext cx="2731239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Autonomy introduces risk—agents can take wrong orunintended actions if not properly bounded.</a:t>
          </a:r>
        </a:p>
      </dsp:txBody>
      <dsp:txXfrm>
        <a:off x="4169272" y="1155885"/>
        <a:ext cx="2731239" cy="921248"/>
      </dsp:txXfrm>
    </dsp:sp>
    <dsp:sp modelId="{4F71058D-75E8-4FA3-AF58-70A553EE56D5}">
      <dsp:nvSpPr>
        <dsp:cNvPr id="0" name=""/>
        <dsp:cNvSpPr/>
      </dsp:nvSpPr>
      <dsp:spPr>
        <a:xfrm>
          <a:off x="0" y="2307446"/>
          <a:ext cx="6900512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6D264A-D33D-4BA5-BE48-D9DD5165C7CF}">
      <dsp:nvSpPr>
        <dsp:cNvPr id="0" name=""/>
        <dsp:cNvSpPr/>
      </dsp:nvSpPr>
      <dsp:spPr>
        <a:xfrm>
          <a:off x="278677" y="2514727"/>
          <a:ext cx="506686" cy="5066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753EB-0C00-4DAA-9593-5FD21139F20F}">
      <dsp:nvSpPr>
        <dsp:cNvPr id="0" name=""/>
        <dsp:cNvSpPr/>
      </dsp:nvSpPr>
      <dsp:spPr>
        <a:xfrm>
          <a:off x="1064041" y="2307446"/>
          <a:ext cx="3105230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Debugging is Hard</a:t>
          </a:r>
          <a:endParaRPr lang="en-IN" sz="1900" kern="1200"/>
        </a:p>
      </dsp:txBody>
      <dsp:txXfrm>
        <a:off x="1064041" y="2307446"/>
        <a:ext cx="3105230" cy="921248"/>
      </dsp:txXfrm>
    </dsp:sp>
    <dsp:sp modelId="{7D727F8D-2E11-4D95-AB67-317AFEAE492A}">
      <dsp:nvSpPr>
        <dsp:cNvPr id="0" name=""/>
        <dsp:cNvSpPr/>
      </dsp:nvSpPr>
      <dsp:spPr>
        <a:xfrm>
          <a:off x="4169272" y="2307446"/>
          <a:ext cx="2731239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Multi-step, dynamic behavior makes tracing errors difficult.</a:t>
          </a:r>
        </a:p>
      </dsp:txBody>
      <dsp:txXfrm>
        <a:off x="4169272" y="2307446"/>
        <a:ext cx="2731239" cy="921248"/>
      </dsp:txXfrm>
    </dsp:sp>
    <dsp:sp modelId="{0A694249-E345-4D25-BC5A-3C956E064467}">
      <dsp:nvSpPr>
        <dsp:cNvPr id="0" name=""/>
        <dsp:cNvSpPr/>
      </dsp:nvSpPr>
      <dsp:spPr>
        <a:xfrm>
          <a:off x="0" y="3459006"/>
          <a:ext cx="6900512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90801-30EE-450F-B651-E40D75C20244}">
      <dsp:nvSpPr>
        <dsp:cNvPr id="0" name=""/>
        <dsp:cNvSpPr/>
      </dsp:nvSpPr>
      <dsp:spPr>
        <a:xfrm>
          <a:off x="278677" y="3666287"/>
          <a:ext cx="506686" cy="50668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A2CC2B-036B-4947-AE73-5E0E7A07EECE}">
      <dsp:nvSpPr>
        <dsp:cNvPr id="0" name=""/>
        <dsp:cNvSpPr/>
      </dsp:nvSpPr>
      <dsp:spPr>
        <a:xfrm>
          <a:off x="1064041" y="3459006"/>
          <a:ext cx="3105230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Security Risks</a:t>
          </a:r>
          <a:endParaRPr lang="en-IN" sz="1900" kern="1200"/>
        </a:p>
      </dsp:txBody>
      <dsp:txXfrm>
        <a:off x="1064041" y="3459006"/>
        <a:ext cx="3105230" cy="921248"/>
      </dsp:txXfrm>
    </dsp:sp>
    <dsp:sp modelId="{AC5A2E60-CA47-42A3-9B85-BCDF7D170CE3}">
      <dsp:nvSpPr>
        <dsp:cNvPr id="0" name=""/>
        <dsp:cNvSpPr/>
      </dsp:nvSpPr>
      <dsp:spPr>
        <a:xfrm>
          <a:off x="4169272" y="3459006"/>
          <a:ext cx="2731239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Especially if agents can perform actions (e.g., makepurchases, send messages).</a:t>
          </a:r>
        </a:p>
      </dsp:txBody>
      <dsp:txXfrm>
        <a:off x="4169272" y="3459006"/>
        <a:ext cx="2731239" cy="921248"/>
      </dsp:txXfrm>
    </dsp:sp>
    <dsp:sp modelId="{C17A1CFE-01DF-47DB-BBCC-0CDF8E2BEA7F}">
      <dsp:nvSpPr>
        <dsp:cNvPr id="0" name=""/>
        <dsp:cNvSpPr/>
      </dsp:nvSpPr>
      <dsp:spPr>
        <a:xfrm>
          <a:off x="0" y="4610567"/>
          <a:ext cx="6900512" cy="92124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28BA7-F2D7-422C-8072-037001DE2E08}">
      <dsp:nvSpPr>
        <dsp:cNvPr id="0" name=""/>
        <dsp:cNvSpPr/>
      </dsp:nvSpPr>
      <dsp:spPr>
        <a:xfrm>
          <a:off x="278677" y="4817848"/>
          <a:ext cx="506686" cy="50668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B38A1-62AD-4CA9-9DB8-F14F9816656E}">
      <dsp:nvSpPr>
        <dsp:cNvPr id="0" name=""/>
        <dsp:cNvSpPr/>
      </dsp:nvSpPr>
      <dsp:spPr>
        <a:xfrm>
          <a:off x="1064041" y="4610567"/>
          <a:ext cx="3105230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Computational Overhead</a:t>
          </a:r>
          <a:endParaRPr lang="en-IN" sz="1900" kern="1200"/>
        </a:p>
      </dsp:txBody>
      <dsp:txXfrm>
        <a:off x="1064041" y="4610567"/>
        <a:ext cx="3105230" cy="921248"/>
      </dsp:txXfrm>
    </dsp:sp>
    <dsp:sp modelId="{CE820910-1756-4543-ABB3-0D3DF1232CEE}">
      <dsp:nvSpPr>
        <dsp:cNvPr id="0" name=""/>
        <dsp:cNvSpPr/>
      </dsp:nvSpPr>
      <dsp:spPr>
        <a:xfrm>
          <a:off x="4169272" y="4610567"/>
          <a:ext cx="2731239" cy="9212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499" tIns="97499" rIns="97499" bIns="97499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Running agents with memory, planning, and external </a:t>
          </a:r>
          <a:r>
            <a:rPr lang="en-IN" sz="1400" kern="1200" err="1"/>
            <a:t>toolscan</a:t>
          </a:r>
          <a:r>
            <a:rPr lang="en-IN" sz="1400" kern="1200"/>
            <a:t> be resource-intensive.</a:t>
          </a:r>
        </a:p>
      </dsp:txBody>
      <dsp:txXfrm>
        <a:off x="4169272" y="4610567"/>
        <a:ext cx="2731239" cy="9212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C3B5FE-A4F4-4934-B2AD-5BD346A004AA}">
      <dsp:nvSpPr>
        <dsp:cNvPr id="0" name=""/>
        <dsp:cNvSpPr/>
      </dsp:nvSpPr>
      <dsp:spPr>
        <a:xfrm rot="5400000">
          <a:off x="5809723" y="-1377393"/>
          <a:ext cx="3481070" cy="710612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oogle"/>
            </a:rPr>
            <a:t>Pre-programmed facts or logic rules </a:t>
          </a:r>
          <a:endParaRPr lang="en-IN" sz="1800" kern="1200">
            <a:latin typeface="Google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oogle"/>
            </a:rPr>
            <a:t>Learned models from data (e.g., neural networks, decision trees) </a:t>
          </a:r>
          <a:endParaRPr lang="en-IN" sz="1800" kern="1200">
            <a:latin typeface="Google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oogle"/>
            </a:rPr>
            <a:t>Ontologies or knowledge graphs (structured semantic data) </a:t>
          </a:r>
          <a:endParaRPr lang="en-IN" sz="1800" kern="1200">
            <a:latin typeface="Google"/>
          </a:endParaRP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>
              <a:latin typeface="Google"/>
            </a:rPr>
            <a:t>Context memory (in LLMs and task agents)</a:t>
          </a:r>
          <a:endParaRPr lang="en-IN" sz="1800" kern="1200">
            <a:latin typeface="Google"/>
          </a:endParaRPr>
        </a:p>
      </dsp:txBody>
      <dsp:txXfrm rot="-5400000">
        <a:off x="3997196" y="605066"/>
        <a:ext cx="6936193" cy="3141206"/>
      </dsp:txXfrm>
    </dsp:sp>
    <dsp:sp modelId="{8666ED7A-C1E6-4E91-93F0-FC71FF91D6BD}">
      <dsp:nvSpPr>
        <dsp:cNvPr id="0" name=""/>
        <dsp:cNvSpPr/>
      </dsp:nvSpPr>
      <dsp:spPr>
        <a:xfrm>
          <a:off x="0" y="0"/>
          <a:ext cx="3997195" cy="435133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Google"/>
            </a:rPr>
            <a:t>This is the internal memory or world model that the agent uses to make sense of its environment. It can be: </a:t>
          </a:r>
          <a:endParaRPr lang="en-IN" sz="2800" kern="1200">
            <a:latin typeface="Google"/>
          </a:endParaRPr>
        </a:p>
      </dsp:txBody>
      <dsp:txXfrm>
        <a:off x="195127" y="195127"/>
        <a:ext cx="3606941" cy="39610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B1DA93-3CE7-4E43-8D5B-70B75CFD7423}">
      <dsp:nvSpPr>
        <dsp:cNvPr id="0" name=""/>
        <dsp:cNvSpPr/>
      </dsp:nvSpPr>
      <dsp:spPr>
        <a:xfrm>
          <a:off x="0" y="1409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BECD41-173B-46D7-B4A9-0D3161E8A856}">
      <dsp:nvSpPr>
        <dsp:cNvPr id="0" name=""/>
        <dsp:cNvSpPr/>
      </dsp:nvSpPr>
      <dsp:spPr>
        <a:xfrm>
          <a:off x="181696" y="136555"/>
          <a:ext cx="330356" cy="3303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8AD25-5B58-4655-AC46-E18D12A2C9E4}">
      <dsp:nvSpPr>
        <dsp:cNvPr id="0" name=""/>
        <dsp:cNvSpPr/>
      </dsp:nvSpPr>
      <dsp:spPr>
        <a:xfrm>
          <a:off x="693749" y="1409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Once the agent knows the situation, it needs to decide what to do next. This is where logic, learning, and sometimes search algorithms come in. </a:t>
          </a:r>
        </a:p>
      </dsp:txBody>
      <dsp:txXfrm>
        <a:off x="693749" y="1409"/>
        <a:ext cx="9821850" cy="600648"/>
      </dsp:txXfrm>
    </dsp:sp>
    <dsp:sp modelId="{E9371432-2F2C-4E73-8F55-39E5C4A6FDB7}">
      <dsp:nvSpPr>
        <dsp:cNvPr id="0" name=""/>
        <dsp:cNvSpPr/>
      </dsp:nvSpPr>
      <dsp:spPr>
        <a:xfrm>
          <a:off x="0" y="752220"/>
          <a:ext cx="10515600" cy="6006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6FAF66-865F-4448-A317-1B34EF8509FC}">
      <dsp:nvSpPr>
        <dsp:cNvPr id="0" name=""/>
        <dsp:cNvSpPr/>
      </dsp:nvSpPr>
      <dsp:spPr>
        <a:xfrm>
          <a:off x="181696" y="887366"/>
          <a:ext cx="330356" cy="3303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BA9D1-A32A-4301-973F-75B11E2095CD}">
      <dsp:nvSpPr>
        <dsp:cNvPr id="0" name=""/>
        <dsp:cNvSpPr/>
      </dsp:nvSpPr>
      <dsp:spPr>
        <a:xfrm>
          <a:off x="693749" y="752220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Rule-based reasoning (IF-THEN logic) </a:t>
          </a:r>
        </a:p>
      </dsp:txBody>
      <dsp:txXfrm>
        <a:off x="693749" y="752220"/>
        <a:ext cx="9821850" cy="600648"/>
      </dsp:txXfrm>
    </dsp:sp>
    <dsp:sp modelId="{8E5DBA8B-B007-47C2-8B26-DA572662A96A}">
      <dsp:nvSpPr>
        <dsp:cNvPr id="0" name=""/>
        <dsp:cNvSpPr/>
      </dsp:nvSpPr>
      <dsp:spPr>
        <a:xfrm>
          <a:off x="0" y="1503031"/>
          <a:ext cx="10515600" cy="6006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D5ACFD-7206-4C06-A139-325C1B7644A2}">
      <dsp:nvSpPr>
        <dsp:cNvPr id="0" name=""/>
        <dsp:cNvSpPr/>
      </dsp:nvSpPr>
      <dsp:spPr>
        <a:xfrm>
          <a:off x="181696" y="1638177"/>
          <a:ext cx="330356" cy="3303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2562E-0AD0-47B5-829C-B09CB3F4FAE9}">
      <dsp:nvSpPr>
        <dsp:cNvPr id="0" name=""/>
        <dsp:cNvSpPr/>
      </dsp:nvSpPr>
      <dsp:spPr>
        <a:xfrm>
          <a:off x="693749" y="1503031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Search algorithms (like A* , DFS, etc. for path finding) </a:t>
          </a:r>
        </a:p>
      </dsp:txBody>
      <dsp:txXfrm>
        <a:off x="693749" y="1503031"/>
        <a:ext cx="9821850" cy="600648"/>
      </dsp:txXfrm>
    </dsp:sp>
    <dsp:sp modelId="{0CBE3FEE-55F6-4847-8C5A-B3CFBE321E80}">
      <dsp:nvSpPr>
        <dsp:cNvPr id="0" name=""/>
        <dsp:cNvSpPr/>
      </dsp:nvSpPr>
      <dsp:spPr>
        <a:xfrm>
          <a:off x="0" y="2253843"/>
          <a:ext cx="10515600" cy="6006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F0891-5455-478D-A592-380ABA6F60FD}">
      <dsp:nvSpPr>
        <dsp:cNvPr id="0" name=""/>
        <dsp:cNvSpPr/>
      </dsp:nvSpPr>
      <dsp:spPr>
        <a:xfrm>
          <a:off x="181696" y="2388989"/>
          <a:ext cx="330356" cy="3303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957DB1-5BB3-49E0-95DA-60519FC391FE}">
      <dsp:nvSpPr>
        <dsp:cNvPr id="0" name=""/>
        <dsp:cNvSpPr/>
      </dsp:nvSpPr>
      <dsp:spPr>
        <a:xfrm>
          <a:off x="693749" y="2253843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Goal-based planning (deciding steps to reach an outcome) </a:t>
          </a:r>
        </a:p>
      </dsp:txBody>
      <dsp:txXfrm>
        <a:off x="693749" y="2253843"/>
        <a:ext cx="9821850" cy="600648"/>
      </dsp:txXfrm>
    </dsp:sp>
    <dsp:sp modelId="{8216148B-7AEE-48A4-AA6C-E1DA857A743A}">
      <dsp:nvSpPr>
        <dsp:cNvPr id="0" name=""/>
        <dsp:cNvSpPr/>
      </dsp:nvSpPr>
      <dsp:spPr>
        <a:xfrm>
          <a:off x="0" y="3004654"/>
          <a:ext cx="10515600" cy="6006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83E0E3-39CB-4EC9-A542-660EAC48E936}">
      <dsp:nvSpPr>
        <dsp:cNvPr id="0" name=""/>
        <dsp:cNvSpPr/>
      </dsp:nvSpPr>
      <dsp:spPr>
        <a:xfrm>
          <a:off x="181696" y="3139800"/>
          <a:ext cx="330356" cy="3303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07251E-F695-4304-A9BC-B536F9AC22DB}">
      <dsp:nvSpPr>
        <dsp:cNvPr id="0" name=""/>
        <dsp:cNvSpPr/>
      </dsp:nvSpPr>
      <dsp:spPr>
        <a:xfrm>
          <a:off x="693749" y="3004654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Reinforcement learning (learning what actions yield rewards) </a:t>
          </a:r>
        </a:p>
      </dsp:txBody>
      <dsp:txXfrm>
        <a:off x="693749" y="3004654"/>
        <a:ext cx="9821850" cy="600648"/>
      </dsp:txXfrm>
    </dsp:sp>
    <dsp:sp modelId="{43EC3601-E212-4E20-B59B-ACC2DC27C341}">
      <dsp:nvSpPr>
        <dsp:cNvPr id="0" name=""/>
        <dsp:cNvSpPr/>
      </dsp:nvSpPr>
      <dsp:spPr>
        <a:xfrm>
          <a:off x="0" y="3755465"/>
          <a:ext cx="10515600" cy="6006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F8F760-02DC-48D9-809B-B7DC0FCD5E6F}">
      <dsp:nvSpPr>
        <dsp:cNvPr id="0" name=""/>
        <dsp:cNvSpPr/>
      </dsp:nvSpPr>
      <dsp:spPr>
        <a:xfrm>
          <a:off x="181696" y="3890611"/>
          <a:ext cx="330356" cy="33035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E6FAB0-EB4B-48EE-B300-DC19B3E24E71}">
      <dsp:nvSpPr>
        <dsp:cNvPr id="0" name=""/>
        <dsp:cNvSpPr/>
      </dsp:nvSpPr>
      <dsp:spPr>
        <a:xfrm>
          <a:off x="693749" y="3755465"/>
          <a:ext cx="9821850" cy="6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569" tIns="63569" rIns="63569" bIns="63569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This part is like the strategist brain of the agent—analyzing, weighing options, and planning.</a:t>
          </a:r>
        </a:p>
      </dsp:txBody>
      <dsp:txXfrm>
        <a:off x="693749" y="3755465"/>
        <a:ext cx="9821850" cy="60064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D44FB1-0087-4EF3-987F-D21AEFAADD43}">
      <dsp:nvSpPr>
        <dsp:cNvPr id="0" name=""/>
        <dsp:cNvSpPr/>
      </dsp:nvSpPr>
      <dsp:spPr>
        <a:xfrm>
          <a:off x="0" y="709959"/>
          <a:ext cx="5393361" cy="13028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C4A630-E7DA-49A5-8919-11405F85192E}">
      <dsp:nvSpPr>
        <dsp:cNvPr id="0" name=""/>
        <dsp:cNvSpPr/>
      </dsp:nvSpPr>
      <dsp:spPr>
        <a:xfrm>
          <a:off x="394113" y="1003101"/>
          <a:ext cx="716569" cy="7165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FCC21-274F-4C40-B8D8-62F664BCC360}">
      <dsp:nvSpPr>
        <dsp:cNvPr id="0" name=""/>
        <dsp:cNvSpPr/>
      </dsp:nvSpPr>
      <dsp:spPr>
        <a:xfrm>
          <a:off x="1504795" y="709959"/>
          <a:ext cx="2427012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oogle"/>
            </a:rPr>
            <a:t>Good agents don’t just act—they improve. </a:t>
          </a: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oogle"/>
            </a:rPr>
            <a:t>Learning can be: </a:t>
          </a:r>
          <a:endParaRPr lang="en-IN" sz="1800" kern="1200">
            <a:latin typeface="Google"/>
          </a:endParaRPr>
        </a:p>
      </dsp:txBody>
      <dsp:txXfrm>
        <a:off x="1504795" y="709959"/>
        <a:ext cx="2427012" cy="1302853"/>
      </dsp:txXfrm>
    </dsp:sp>
    <dsp:sp modelId="{FCBC4325-D9FB-4756-B067-DD7CD61944C7}">
      <dsp:nvSpPr>
        <dsp:cNvPr id="0" name=""/>
        <dsp:cNvSpPr/>
      </dsp:nvSpPr>
      <dsp:spPr>
        <a:xfrm>
          <a:off x="3931807" y="709959"/>
          <a:ext cx="1460082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>
            <a:latin typeface="Google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Google"/>
            </a:rPr>
            <a:t>Supervised (learning from labeled data) </a:t>
          </a:r>
          <a:endParaRPr lang="en-IN" sz="1100" kern="1200">
            <a:latin typeface="Google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Google"/>
            </a:rPr>
            <a:t>Unsupervised (finding patterns on its own) </a:t>
          </a:r>
          <a:endParaRPr lang="en-IN" sz="1100" kern="1200">
            <a:latin typeface="Google"/>
          </a:endParaRP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Google"/>
            </a:rPr>
            <a:t>Reinforcement (learning through trial and error) </a:t>
          </a:r>
          <a:endParaRPr lang="en-IN" sz="1100" kern="1200">
            <a:latin typeface="Google"/>
          </a:endParaRPr>
        </a:p>
      </dsp:txBody>
      <dsp:txXfrm>
        <a:off x="3931807" y="709959"/>
        <a:ext cx="1460082" cy="1302853"/>
      </dsp:txXfrm>
    </dsp:sp>
    <dsp:sp modelId="{76E58E35-F4FA-46A6-874E-7BF1D109017B}">
      <dsp:nvSpPr>
        <dsp:cNvPr id="0" name=""/>
        <dsp:cNvSpPr/>
      </dsp:nvSpPr>
      <dsp:spPr>
        <a:xfrm>
          <a:off x="0" y="2338525"/>
          <a:ext cx="5393361" cy="130285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7B73C-C63D-4950-BC53-942C41E477EF}">
      <dsp:nvSpPr>
        <dsp:cNvPr id="0" name=""/>
        <dsp:cNvSpPr/>
      </dsp:nvSpPr>
      <dsp:spPr>
        <a:xfrm>
          <a:off x="394113" y="2631667"/>
          <a:ext cx="716569" cy="7165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A8F950-B57C-4E8A-B739-7E31F92CE122}">
      <dsp:nvSpPr>
        <dsp:cNvPr id="0" name=""/>
        <dsp:cNvSpPr/>
      </dsp:nvSpPr>
      <dsp:spPr>
        <a:xfrm>
          <a:off x="1504795" y="2338525"/>
          <a:ext cx="3887094" cy="1302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885" tIns="137885" rIns="137885" bIns="137885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Google"/>
            </a:rPr>
            <a:t>This is how agents become more effective and adapt to new environments or challenges.</a:t>
          </a:r>
          <a:endParaRPr lang="en-IN" sz="1800" kern="1200">
            <a:latin typeface="Google"/>
          </a:endParaRPr>
        </a:p>
      </dsp:txBody>
      <dsp:txXfrm>
        <a:off x="1504795" y="2338525"/>
        <a:ext cx="3887094" cy="130285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73EA0-FA84-4155-A986-5652862C10DD}">
      <dsp:nvSpPr>
        <dsp:cNvPr id="0" name=""/>
        <dsp:cNvSpPr/>
      </dsp:nvSpPr>
      <dsp:spPr>
        <a:xfrm>
          <a:off x="0" y="100137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is how the agent interacts with the world. </a:t>
          </a:r>
        </a:p>
      </dsp:txBody>
      <dsp:txXfrm>
        <a:off x="48481" y="148618"/>
        <a:ext cx="6569871" cy="896166"/>
      </dsp:txXfrm>
    </dsp:sp>
    <dsp:sp modelId="{57DBDA54-8967-434A-870D-AF93B2BDBD29}">
      <dsp:nvSpPr>
        <dsp:cNvPr id="0" name=""/>
        <dsp:cNvSpPr/>
      </dsp:nvSpPr>
      <dsp:spPr>
        <a:xfrm>
          <a:off x="0" y="1165266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-363841"/>
                <a:satOff val="-20982"/>
                <a:lumOff val="215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363841"/>
                <a:satOff val="-20982"/>
                <a:lumOff val="215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363841"/>
                <a:satOff val="-20982"/>
                <a:lumOff val="215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Robots move, grab things, navigate </a:t>
          </a:r>
        </a:p>
      </dsp:txBody>
      <dsp:txXfrm>
        <a:off x="48481" y="1213747"/>
        <a:ext cx="6569871" cy="896166"/>
      </dsp:txXfrm>
    </dsp:sp>
    <dsp:sp modelId="{CC40AFE7-63B6-4288-BB07-33775CDEF89F}">
      <dsp:nvSpPr>
        <dsp:cNvPr id="0" name=""/>
        <dsp:cNvSpPr/>
      </dsp:nvSpPr>
      <dsp:spPr>
        <a:xfrm>
          <a:off x="0" y="2230395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Chabot's send messages or speak </a:t>
          </a:r>
        </a:p>
      </dsp:txBody>
      <dsp:txXfrm>
        <a:off x="48481" y="2278876"/>
        <a:ext cx="6569871" cy="896166"/>
      </dsp:txXfrm>
    </dsp:sp>
    <dsp:sp modelId="{9C7FA310-D83D-4B63-B32C-216998E7525C}">
      <dsp:nvSpPr>
        <dsp:cNvPr id="0" name=""/>
        <dsp:cNvSpPr/>
      </dsp:nvSpPr>
      <dsp:spPr>
        <a:xfrm>
          <a:off x="0" y="3295524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-1091522"/>
                <a:satOff val="-62946"/>
                <a:lumOff val="6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091522"/>
                <a:satOff val="-62946"/>
                <a:lumOff val="6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091522"/>
                <a:satOff val="-62946"/>
                <a:lumOff val="6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Software agents trigger actions, run code, or manipulate data </a:t>
          </a:r>
        </a:p>
      </dsp:txBody>
      <dsp:txXfrm>
        <a:off x="48481" y="3344005"/>
        <a:ext cx="6569871" cy="896166"/>
      </dsp:txXfrm>
    </dsp:sp>
    <dsp:sp modelId="{0E871112-3DDC-4E7D-8CEC-FB5F58D97A90}">
      <dsp:nvSpPr>
        <dsp:cNvPr id="0" name=""/>
        <dsp:cNvSpPr/>
      </dsp:nvSpPr>
      <dsp:spPr>
        <a:xfrm>
          <a:off x="0" y="4360653"/>
          <a:ext cx="6666833" cy="993128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It’s the “hands and mouth” of the agent—how it executes its decisions.</a:t>
          </a:r>
        </a:p>
      </dsp:txBody>
      <dsp:txXfrm>
        <a:off x="48481" y="4409134"/>
        <a:ext cx="6569871" cy="89616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F461B-CEF0-469D-B391-A8337484F10F}">
      <dsp:nvSpPr>
        <dsp:cNvPr id="0" name=""/>
        <dsp:cNvSpPr/>
      </dsp:nvSpPr>
      <dsp:spPr bwMode="white">
        <a:xfrm>
          <a:off x="0" y="335299"/>
          <a:ext cx="10515600" cy="1216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Google"/>
            </a:rPr>
            <a:t>Finally, smart agents check if their actions worked and update accordingly. </a:t>
          </a:r>
          <a:endParaRPr lang="en-IN" sz="2000" kern="1200">
            <a:latin typeface="Google"/>
          </a:endParaRPr>
        </a:p>
      </dsp:txBody>
      <dsp:txXfrm>
        <a:off x="0" y="335299"/>
        <a:ext cx="10515600" cy="1216800"/>
      </dsp:txXfrm>
    </dsp:sp>
    <dsp:sp modelId="{3883189C-40D3-4F53-850B-1306F7376B80}">
      <dsp:nvSpPr>
        <dsp:cNvPr id="0" name=""/>
        <dsp:cNvSpPr/>
      </dsp:nvSpPr>
      <dsp:spPr bwMode="white">
        <a:xfrm>
          <a:off x="0" y="1552099"/>
          <a:ext cx="10515600" cy="1247140"/>
        </a:xfrm>
        <a:prstGeom prst="rect">
          <a:avLst/>
        </a:prstGeom>
        <a:noFill/>
        <a:ln>
          <a:noFill/>
        </a:ln>
        <a:effectLst/>
      </dsp:spPr>
      <dsp:style>
        <a:lnRef idx="0">
          <a:schemeClr val="dk1">
            <a:alpha val="0"/>
          </a:schemeClr>
        </a:lnRef>
        <a:fillRef idx="0">
          <a:schemeClr val="lt2">
            <a:alpha val="0"/>
          </a:schemeClr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chemeClr val="tx1"/>
              </a:solidFill>
              <a:latin typeface="Google"/>
            </a:rPr>
            <a:t>Did the action succeed? </a:t>
          </a:r>
          <a:endParaRPr lang="en-IN" sz="2000" kern="1200">
            <a:solidFill>
              <a:schemeClr val="tx1"/>
            </a:solidFill>
            <a:latin typeface="Google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chemeClr val="tx1"/>
              </a:solidFill>
              <a:latin typeface="Google"/>
            </a:rPr>
            <a:t>Did it fail? </a:t>
          </a:r>
          <a:endParaRPr lang="en-IN" sz="2000" kern="1200">
            <a:solidFill>
              <a:schemeClr val="tx1"/>
            </a:solidFill>
            <a:latin typeface="Google"/>
          </a:endParaRPr>
        </a:p>
        <a:p>
          <a:pPr marL="228600" lvl="1" indent="-228600" algn="l" defTabSz="8890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chemeClr val="tx1"/>
              </a:solidFill>
              <a:latin typeface="Google"/>
            </a:rPr>
            <a:t>Did it improve the state of the environment? </a:t>
          </a:r>
          <a:endParaRPr lang="en-IN" sz="2000" kern="1200">
            <a:solidFill>
              <a:schemeClr val="tx1"/>
            </a:solidFill>
            <a:latin typeface="Google"/>
          </a:endParaRPr>
        </a:p>
      </dsp:txBody>
      <dsp:txXfrm>
        <a:off x="0" y="1552099"/>
        <a:ext cx="10515600" cy="1247140"/>
      </dsp:txXfrm>
    </dsp:sp>
    <dsp:sp modelId="{295C06BC-DDD0-4C1A-913E-A7796F41D126}">
      <dsp:nvSpPr>
        <dsp:cNvPr id="0" name=""/>
        <dsp:cNvSpPr/>
      </dsp:nvSpPr>
      <dsp:spPr bwMode="white">
        <a:xfrm>
          <a:off x="0" y="2799239"/>
          <a:ext cx="10515600" cy="12168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2"/>
        </a:lnRef>
        <a:fillRef idx="1">
          <a:schemeClr val="dk2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Google"/>
            </a:rPr>
            <a:t>This feedback fuels learning and helps the agent refine its behavior</a:t>
          </a:r>
          <a:endParaRPr lang="en-IN" sz="2000" kern="1200">
            <a:latin typeface="Google"/>
          </a:endParaRPr>
        </a:p>
      </dsp:txBody>
      <dsp:txXfrm>
        <a:off x="0" y="2799239"/>
        <a:ext cx="10515600" cy="12168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6ACCE-33BD-4A41-BF6B-6E89ABB79716}">
      <dsp:nvSpPr>
        <dsp:cNvPr id="0" name=""/>
        <dsp:cNvSpPr/>
      </dsp:nvSpPr>
      <dsp:spPr>
        <a:xfrm>
          <a:off x="0" y="717"/>
          <a:ext cx="6301601" cy="167924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5B55A-2797-474E-A10C-32F08944D9AB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395815-A59C-4544-BFB6-786ED09AFF6B}">
      <dsp:nvSpPr>
        <dsp:cNvPr id="0" name=""/>
        <dsp:cNvSpPr/>
      </dsp:nvSpPr>
      <dsp:spPr>
        <a:xfrm>
          <a:off x="1939533" y="717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flow looks something like this: </a:t>
          </a:r>
        </a:p>
      </dsp:txBody>
      <dsp:txXfrm>
        <a:off x="1939533" y="717"/>
        <a:ext cx="4362067" cy="1679249"/>
      </dsp:txXfrm>
    </dsp:sp>
    <dsp:sp modelId="{730BBF26-7030-4A39-A4F1-54E6DA7E1201}">
      <dsp:nvSpPr>
        <dsp:cNvPr id="0" name=""/>
        <dsp:cNvSpPr/>
      </dsp:nvSpPr>
      <dsp:spPr>
        <a:xfrm>
          <a:off x="0" y="2099779"/>
          <a:ext cx="6301601" cy="16792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F0A0E-7A6F-4312-8D81-7C6EC214991A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55467E-CF7A-4D74-8FDC-1EBFD0B0A9CB}">
      <dsp:nvSpPr>
        <dsp:cNvPr id="0" name=""/>
        <dsp:cNvSpPr/>
      </dsp:nvSpPr>
      <dsp:spPr>
        <a:xfrm>
          <a:off x="1939533" y="2099779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Perceive → Understand → Plan → Decide → Act → Learn → Repeat </a:t>
          </a:r>
        </a:p>
      </dsp:txBody>
      <dsp:txXfrm>
        <a:off x="1939533" y="2099779"/>
        <a:ext cx="4362067" cy="1679249"/>
      </dsp:txXfrm>
    </dsp:sp>
    <dsp:sp modelId="{12BC5A94-9007-44CB-9C51-12741776C3B1}">
      <dsp:nvSpPr>
        <dsp:cNvPr id="0" name=""/>
        <dsp:cNvSpPr/>
      </dsp:nvSpPr>
      <dsp:spPr>
        <a:xfrm>
          <a:off x="0" y="4198841"/>
          <a:ext cx="6301601" cy="167924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41EADD-1854-40C8-BE6C-22245E1B3022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A86749-2097-442C-9A41-BBE5FB40C148}">
      <dsp:nvSpPr>
        <dsp:cNvPr id="0" name=""/>
        <dsp:cNvSpPr/>
      </dsp:nvSpPr>
      <dsp:spPr>
        <a:xfrm>
          <a:off x="1939533" y="4198841"/>
          <a:ext cx="43620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Every AI agent—whether it’s a chatbot, game bot, robot, or task automation tool—relies on some version of this cycle.</a:t>
          </a:r>
        </a:p>
      </dsp:txBody>
      <dsp:txXfrm>
        <a:off x="1939533" y="4198841"/>
        <a:ext cx="4362067" cy="16792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#7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23D3B-4A9D-460C-A5BC-1FF23AE2D42F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2DC16-8B0D-4153-9D77-7A688DA7D9B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16C3A-E603-4D04-BDED-43B8868EEFDB}" type="datetimeFigureOut">
              <a:rPr lang="en-IN" smtClean="0"/>
              <a:t>02-12-2025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FDE0A-D1A1-49B2-853D-43F769BB82A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IN">
                <a:latin typeface="Google"/>
              </a:rP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>
                <a:latin typeface="Google"/>
              </a:rPr>
              <a:t>AI Agents are autonomous systems or software entities that observe, reason, make decisions, and act on behalf of a user or system to achieve specific goals.</a:t>
            </a:r>
            <a:endParaRPr lang="en-IN" sz="2000">
              <a:latin typeface="Google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2114271"/>
            <a:ext cx="6155141" cy="26531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latin typeface="Google"/>
              </a:rPr>
              <a:t>AI Agents</a:t>
            </a:r>
            <a:endParaRPr lang="en-IN" sz="4000">
              <a:latin typeface="Google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600" b="1">
                <a:latin typeface="Google"/>
              </a:rPr>
              <a:t>Key Features of AI Agents</a:t>
            </a:r>
            <a:r>
              <a:rPr lang="en-US" sz="1600">
                <a:latin typeface="Google"/>
              </a:rPr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>
                <a:latin typeface="Google"/>
              </a:rPr>
              <a:t>Can sense (take input)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>
                <a:latin typeface="Google"/>
              </a:rPr>
              <a:t>Can reason or plan (internal logic or model)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>
                <a:latin typeface="Google"/>
              </a:rPr>
              <a:t>Can act (interact with environments, tools, APIs)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>
                <a:latin typeface="Google"/>
              </a:rPr>
              <a:t>May learn or adapt over time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>
                <a:latin typeface="Google"/>
              </a:rPr>
              <a:t>Often operate autonomously or semi-autonomously</a:t>
            </a:r>
          </a:p>
          <a:p>
            <a:pPr marL="457200" lvl="1" indent="0">
              <a:buNone/>
            </a:pPr>
            <a:endParaRPr lang="en-US" sz="1600">
              <a:latin typeface="Google"/>
            </a:endParaRPr>
          </a:p>
          <a:p>
            <a:r>
              <a:rPr lang="en-US" sz="1600">
                <a:latin typeface="Google"/>
              </a:rPr>
              <a:t>Think of them as smart assistants on steroids, capable of multi-step, intelligent action with minimal human input.</a:t>
            </a:r>
            <a:endParaRPr lang="en-IN" sz="1600">
              <a:latin typeface="Google"/>
            </a:endParaRPr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F422027A-46C0-C795-68CA-4E384002C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88" r="33822" b="7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Agents </a:t>
            </a:r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vs</a:t>
            </a:r>
            <a:b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LLMs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922370"/>
            <a:ext cx="7347537" cy="5014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2323" y="643467"/>
            <a:ext cx="7607353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932" y="640823"/>
            <a:ext cx="3491727" cy="5541395"/>
          </a:xfrm>
        </p:spPr>
        <p:txBody>
          <a:bodyPr anchor="ctr">
            <a:normAutofit/>
          </a:bodyPr>
          <a:lstStyle/>
          <a:p>
            <a:r>
              <a:rPr lang="en-IN" sz="5400">
                <a:latin typeface="Google"/>
              </a:rPr>
              <a:t>Advantages of AI Agents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179988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4200">
                <a:latin typeface="Google"/>
              </a:rPr>
              <a:t>Dis</a:t>
            </a:r>
            <a:r>
              <a:rPr lang="en-IN" sz="4200">
                <a:latin typeface="Google"/>
              </a:rPr>
              <a:t>advantages of AI Agents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046957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alphaModFix/>
          </a:blip>
          <a:srcRect l="53468" r="16424" b="1"/>
          <a:stretch>
            <a:fillRect/>
          </a:stretch>
        </p:blipFill>
        <p:spPr>
          <a:xfrm rot="10800000"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rcRect l="51076" r="14032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15219"/>
            <a:ext cx="5395912" cy="2387600"/>
          </a:xfrm>
        </p:spPr>
        <p:txBody>
          <a:bodyPr>
            <a:normAutofit/>
          </a:bodyPr>
          <a:lstStyle/>
          <a:p>
            <a:pPr algn="l"/>
            <a:r>
              <a:rPr lang="en-IN" sz="5000" b="1">
                <a:solidFill>
                  <a:schemeClr val="bg1"/>
                </a:solidFill>
                <a:latin typeface="Google"/>
              </a:rPr>
              <a:t>Core Components of 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902075"/>
            <a:ext cx="5395912" cy="1655762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  <a:latin typeface="Google"/>
              </a:rPr>
              <a:t>:- Harsh Dalal</a:t>
            </a:r>
            <a:endParaRPr lang="en-IN" sz="2000">
              <a:solidFill>
                <a:schemeClr val="bg1"/>
              </a:solidFill>
              <a:latin typeface="Google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Core Components of AI Agents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773101"/>
            <a:ext cx="10905066" cy="4198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IN" sz="4000">
                <a:latin typeface="Google"/>
              </a:rPr>
              <a:t>Perception (Sensing the Environment)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>
                <a:latin typeface="Google"/>
              </a:rPr>
              <a:t>This is where the agent gathers data from the outside world. Depending on the environment and application, this can include:</a:t>
            </a:r>
          </a:p>
          <a:p>
            <a:endParaRPr lang="en-US" sz="1600">
              <a:latin typeface="Google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1600">
                <a:latin typeface="Google"/>
              </a:rPr>
              <a:t>Human input (text, voice, clicks)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>
                <a:latin typeface="Google"/>
              </a:rPr>
              <a:t>Camera or visual data (for computer vision agents)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>
                <a:latin typeface="Google"/>
              </a:rPr>
              <a:t>Sensor readings (like in robotics or self-driving cars)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1600">
                <a:latin typeface="Google"/>
              </a:rPr>
              <a:t>APIs or digital environments (for software agents)</a:t>
            </a:r>
          </a:p>
          <a:p>
            <a:pPr marL="0" indent="0">
              <a:buNone/>
            </a:pPr>
            <a:endParaRPr lang="en-US" sz="1600">
              <a:latin typeface="Google"/>
            </a:endParaRPr>
          </a:p>
          <a:p>
            <a:pPr marL="0" indent="0">
              <a:buNone/>
            </a:pPr>
            <a:r>
              <a:rPr lang="en-US" sz="1600">
                <a:latin typeface="Google"/>
              </a:rPr>
              <a:t>Basically, this is the agent’s “eyes and ears”—it’s how it knows what's going on</a:t>
            </a:r>
            <a:endParaRPr lang="en-IN" sz="1600">
              <a:latin typeface="Google"/>
            </a:endParaRPr>
          </a:p>
        </p:txBody>
      </p:sp>
      <p:pic>
        <p:nvPicPr>
          <p:cNvPr id="5" name="Picture 4" descr="Technological background">
            <a:extLst>
              <a:ext uri="{FF2B5EF4-FFF2-40B4-BE49-F238E27FC236}">
                <a16:creationId xmlns:a16="http://schemas.microsoft.com/office/drawing/2014/main" id="{126B7ED2-B590-17DA-A64E-D8435377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5" r="27192" b="-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489" y="428499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Google"/>
              </a:rPr>
              <a:t>Knowledge Base (What the Agent Knows)</a:t>
            </a:r>
            <a:endParaRPr lang="en-IN" sz="3600">
              <a:latin typeface="Google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48488" y="1861838"/>
          <a:ext cx="1110332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Core Components of AI Agents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4431" y="1675227"/>
            <a:ext cx="7263138" cy="43941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>
                <a:latin typeface="Google"/>
              </a:rPr>
              <a:t>Reasoning/Planning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3A9711B2-CF55-48D3-1FCD-6A1C5009E7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205991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E17859-C5F0-476F-A082-A4CB8841D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4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>
                <a:latin typeface="Google"/>
              </a:rPr>
              <a:t>Learning (Getting Smarter Over Time)</a:t>
            </a:r>
            <a:endParaRPr lang="en-IN">
              <a:latin typeface="Googl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E448C-ED96-48ED-5E6B-8F1323CEAE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7" r="24296" b="-14"/>
          <a:stretch>
            <a:fillRect/>
          </a:stretch>
        </p:blipFill>
        <p:spPr>
          <a:xfrm>
            <a:off x="6848918" y="1771078"/>
            <a:ext cx="4504881" cy="4504881"/>
          </a:xfrm>
          <a:custGeom>
            <a:avLst/>
            <a:gdLst/>
            <a:ahLst/>
            <a:cxnLst/>
            <a:rect l="l" t="t" r="r" b="b"/>
            <a:pathLst>
              <a:path w="2663168" h="2663168">
                <a:moveTo>
                  <a:pt x="1331584" y="0"/>
                </a:moveTo>
                <a:cubicBezTo>
                  <a:pt x="2066998" y="0"/>
                  <a:pt x="2663168" y="596170"/>
                  <a:pt x="2663168" y="1331584"/>
                </a:cubicBezTo>
                <a:cubicBezTo>
                  <a:pt x="2663168" y="2066998"/>
                  <a:pt x="2066998" y="2663168"/>
                  <a:pt x="1331584" y="2663168"/>
                </a:cubicBezTo>
                <a:cubicBezTo>
                  <a:pt x="596170" y="2663168"/>
                  <a:pt x="0" y="2066998"/>
                  <a:pt x="0" y="1331584"/>
                </a:cubicBezTo>
                <a:cubicBezTo>
                  <a:pt x="0" y="596170"/>
                  <a:pt x="596170" y="0"/>
                  <a:pt x="1331584" y="0"/>
                </a:cubicBez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189197" flipV="1">
            <a:off x="6980527" y="1929807"/>
            <a:ext cx="4556632" cy="455663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Oval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00988" y="1969050"/>
            <a:ext cx="666675" cy="64859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0513497"/>
              </p:ext>
            </p:extLst>
          </p:nvPr>
        </p:nvGraphicFramePr>
        <p:xfrm>
          <a:off x="838200" y="1825625"/>
          <a:ext cx="539336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  <a:latin typeface="Google"/>
              </a:rPr>
              <a:t>Actuation (Doing the Thing)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2BD9DEA-73DA-FF0C-4E1A-2BC0E897C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0695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329" y="383232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latin typeface="Google"/>
              </a:rPr>
              <a:t>Feedback Loop (Learning from Outcomes)</a:t>
            </a:r>
            <a:endParaRPr lang="en-IN" sz="3600">
              <a:latin typeface="Google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  <a:latin typeface="Google"/>
              </a:rPr>
              <a:t>Putting It All Together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45C31B-5686-4397-CD17-2B8DFD8987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3135899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Agents Different from Simple Automation?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99342"/>
            <a:ext cx="7225748" cy="48593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8446B12-7391-4711-8B31-112A0B896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622BEF-8D83-609C-507B-0A1DF10E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990205"/>
            <a:ext cx="10518776" cy="1200329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sz="7200">
                <a:solidFill>
                  <a:schemeClr val="bg1"/>
                </a:solidFill>
              </a:rPr>
              <a:t>Any question</a:t>
            </a:r>
          </a:p>
        </p:txBody>
      </p:sp>
      <p:pic>
        <p:nvPicPr>
          <p:cNvPr id="5" name="Picture 4" descr="3D black question marks with one yellow question mark">
            <a:extLst>
              <a:ext uri="{FF2B5EF4-FFF2-40B4-BE49-F238E27FC236}">
                <a16:creationId xmlns:a16="http://schemas.microsoft.com/office/drawing/2014/main" id="{11BB6579-68AF-7D21-A31D-4B9A9C658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61" b="11147"/>
          <a:stretch>
            <a:fillRect/>
          </a:stretch>
        </p:blipFill>
        <p:spPr>
          <a:xfrm>
            <a:off x="20" y="10"/>
            <a:ext cx="12191980" cy="3657590"/>
          </a:xfrm>
          <a:custGeom>
            <a:avLst/>
            <a:gdLst/>
            <a:ahLst/>
            <a:cxnLst/>
            <a:rect l="l" t="t" r="r" b="b"/>
            <a:pathLst>
              <a:path w="12192000" h="3657600">
                <a:moveTo>
                  <a:pt x="7230262" y="3468462"/>
                </a:moveTo>
                <a:lnTo>
                  <a:pt x="7197115" y="3474938"/>
                </a:lnTo>
                <a:lnTo>
                  <a:pt x="7214545" y="3473344"/>
                </a:lnTo>
                <a:cubicBezTo>
                  <a:pt x="7220308" y="3472558"/>
                  <a:pt x="7225785" y="3471224"/>
                  <a:pt x="7230262" y="3468462"/>
                </a:cubicBezTo>
                <a:close/>
                <a:moveTo>
                  <a:pt x="7009120" y="3411863"/>
                </a:moveTo>
                <a:lnTo>
                  <a:pt x="7021563" y="3422955"/>
                </a:lnTo>
                <a:lnTo>
                  <a:pt x="7021563" y="3422954"/>
                </a:lnTo>
                <a:close/>
                <a:moveTo>
                  <a:pt x="7768443" y="3303674"/>
                </a:moveTo>
                <a:lnTo>
                  <a:pt x="7768443" y="3303675"/>
                </a:lnTo>
                <a:lnTo>
                  <a:pt x="7792447" y="3326153"/>
                </a:lnTo>
                <a:cubicBezTo>
                  <a:pt x="7785969" y="3320057"/>
                  <a:pt x="7779301" y="3313961"/>
                  <a:pt x="7768443" y="3303674"/>
                </a:cubicBezTo>
                <a:close/>
                <a:moveTo>
                  <a:pt x="4038748" y="3301555"/>
                </a:moveTo>
                <a:lnTo>
                  <a:pt x="4030517" y="3313199"/>
                </a:lnTo>
                <a:cubicBezTo>
                  <a:pt x="4026230" y="3321105"/>
                  <a:pt x="4021242" y="3327345"/>
                  <a:pt x="4015609" y="3332050"/>
                </a:cubicBezTo>
                <a:lnTo>
                  <a:pt x="3996845" y="3341704"/>
                </a:lnTo>
                <a:cubicBezTo>
                  <a:pt x="4010562" y="3338155"/>
                  <a:pt x="4021944" y="3329011"/>
                  <a:pt x="4030518" y="3313199"/>
                </a:cubicBezTo>
                <a:close/>
                <a:moveTo>
                  <a:pt x="6245343" y="3298149"/>
                </a:moveTo>
                <a:lnTo>
                  <a:pt x="6274406" y="3304945"/>
                </a:lnTo>
                <a:lnTo>
                  <a:pt x="6291247" y="3311262"/>
                </a:lnTo>
                <a:lnTo>
                  <a:pt x="6291385" y="3311314"/>
                </a:lnTo>
                <a:lnTo>
                  <a:pt x="6306284" y="3317152"/>
                </a:lnTo>
                <a:lnTo>
                  <a:pt x="6308075" y="3317568"/>
                </a:lnTo>
                <a:lnTo>
                  <a:pt x="6313855" y="3319733"/>
                </a:lnTo>
                <a:cubicBezTo>
                  <a:pt x="6321454" y="3322121"/>
                  <a:pt x="6329151" y="3323858"/>
                  <a:pt x="6337048" y="3324296"/>
                </a:cubicBezTo>
                <a:lnTo>
                  <a:pt x="6308075" y="3317568"/>
                </a:lnTo>
                <a:lnTo>
                  <a:pt x="6291385" y="3311314"/>
                </a:lnTo>
                <a:lnTo>
                  <a:pt x="6276197" y="3305364"/>
                </a:lnTo>
                <a:lnTo>
                  <a:pt x="6274406" y="3304945"/>
                </a:lnTo>
                <a:lnTo>
                  <a:pt x="6268613" y="3302771"/>
                </a:lnTo>
                <a:cubicBezTo>
                  <a:pt x="6260996" y="3300370"/>
                  <a:pt x="6253273" y="3298613"/>
                  <a:pt x="6245343" y="3298149"/>
                </a:cubicBezTo>
                <a:close/>
                <a:moveTo>
                  <a:pt x="6558837" y="3268317"/>
                </a:moveTo>
                <a:cubicBezTo>
                  <a:pt x="6548970" y="3267668"/>
                  <a:pt x="6539355" y="3268073"/>
                  <a:pt x="6529984" y="3269763"/>
                </a:cubicBezTo>
                <a:lnTo>
                  <a:pt x="6589207" y="3273193"/>
                </a:lnTo>
                <a:cubicBezTo>
                  <a:pt x="6578825" y="3270668"/>
                  <a:pt x="6568705" y="3268966"/>
                  <a:pt x="6558837" y="3268317"/>
                </a:cubicBezTo>
                <a:close/>
                <a:moveTo>
                  <a:pt x="4834454" y="3207659"/>
                </a:moveTo>
                <a:cubicBezTo>
                  <a:pt x="4849504" y="3224138"/>
                  <a:pt x="4866316" y="3230376"/>
                  <a:pt x="4883986" y="3231901"/>
                </a:cubicBezTo>
                <a:lnTo>
                  <a:pt x="4858238" y="3225387"/>
                </a:lnTo>
                <a:cubicBezTo>
                  <a:pt x="4849945" y="3221578"/>
                  <a:pt x="4841981" y="3215898"/>
                  <a:pt x="4834454" y="3207659"/>
                </a:cubicBezTo>
                <a:close/>
                <a:moveTo>
                  <a:pt x="5056443" y="3205325"/>
                </a:moveTo>
                <a:lnTo>
                  <a:pt x="5072589" y="3206105"/>
                </a:lnTo>
                <a:cubicBezTo>
                  <a:pt x="5078053" y="3207563"/>
                  <a:pt x="5083590" y="3210326"/>
                  <a:pt x="5089162" y="3214707"/>
                </a:cubicBezTo>
                <a:cubicBezTo>
                  <a:pt x="5078020" y="3205944"/>
                  <a:pt x="5067015" y="3203658"/>
                  <a:pt x="5056443" y="3205325"/>
                </a:cubicBezTo>
                <a:close/>
                <a:moveTo>
                  <a:pt x="739852" y="2905443"/>
                </a:moveTo>
                <a:cubicBezTo>
                  <a:pt x="733899" y="2911992"/>
                  <a:pt x="728660" y="2919613"/>
                  <a:pt x="724278" y="2926662"/>
                </a:cubicBezTo>
                <a:cubicBezTo>
                  <a:pt x="719849" y="2933806"/>
                  <a:pt x="714527" y="2939152"/>
                  <a:pt x="708621" y="2942822"/>
                </a:cubicBezTo>
                <a:lnTo>
                  <a:pt x="691439" y="2948297"/>
                </a:lnTo>
                <a:lnTo>
                  <a:pt x="708622" y="2942822"/>
                </a:lnTo>
                <a:cubicBezTo>
                  <a:pt x="714527" y="2939152"/>
                  <a:pt x="719849" y="2933806"/>
                  <a:pt x="724279" y="2926662"/>
                </a:cubicBezTo>
                <a:cubicBezTo>
                  <a:pt x="728660" y="2919613"/>
                  <a:pt x="733899" y="2911992"/>
                  <a:pt x="739852" y="2905443"/>
                </a:cubicBezTo>
                <a:close/>
                <a:moveTo>
                  <a:pt x="8934151" y="2836933"/>
                </a:moveTo>
                <a:cubicBezTo>
                  <a:pt x="8940248" y="2842173"/>
                  <a:pt x="8947058" y="2847506"/>
                  <a:pt x="8954249" y="2851864"/>
                </a:cubicBezTo>
                <a:lnTo>
                  <a:pt x="8962389" y="2855163"/>
                </a:lnTo>
                <a:lnTo>
                  <a:pt x="8954250" y="2851864"/>
                </a:lnTo>
                <a:cubicBezTo>
                  <a:pt x="8947058" y="2847506"/>
                  <a:pt x="8940248" y="2842173"/>
                  <a:pt x="8934151" y="2836933"/>
                </a:cubicBezTo>
                <a:close/>
                <a:moveTo>
                  <a:pt x="2314816" y="2835337"/>
                </a:moveTo>
                <a:cubicBezTo>
                  <a:pt x="2309720" y="2836314"/>
                  <a:pt x="2304339" y="2838362"/>
                  <a:pt x="2300909" y="2840743"/>
                </a:cubicBezTo>
                <a:cubicBezTo>
                  <a:pt x="2267856" y="2863985"/>
                  <a:pt x="2242281" y="2875891"/>
                  <a:pt x="2216515" y="2876487"/>
                </a:cubicBezTo>
                <a:cubicBezTo>
                  <a:pt x="2242281" y="2875891"/>
                  <a:pt x="2267856" y="2863985"/>
                  <a:pt x="2300910" y="2840743"/>
                </a:cubicBezTo>
                <a:close/>
                <a:moveTo>
                  <a:pt x="1916629" y="2813600"/>
                </a:moveTo>
                <a:lnTo>
                  <a:pt x="1907132" y="2816930"/>
                </a:lnTo>
                <a:lnTo>
                  <a:pt x="1866619" y="2826615"/>
                </a:lnTo>
                <a:lnTo>
                  <a:pt x="1907133" y="2816930"/>
                </a:lnTo>
                <a:close/>
                <a:moveTo>
                  <a:pt x="2058204" y="2802832"/>
                </a:moveTo>
                <a:cubicBezTo>
                  <a:pt x="2076636" y="2804546"/>
                  <a:pt x="2095174" y="2805403"/>
                  <a:pt x="2108194" y="2817539"/>
                </a:cubicBezTo>
                <a:cubicBezTo>
                  <a:pt x="2095175" y="2805403"/>
                  <a:pt x="2076636" y="2804546"/>
                  <a:pt x="2058204" y="280283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810707"/>
                </a:lnTo>
                <a:cubicBezTo>
                  <a:pt x="12192000" y="826330"/>
                  <a:pt x="12192000" y="835855"/>
                  <a:pt x="12192000" y="845570"/>
                </a:cubicBezTo>
                <a:lnTo>
                  <a:pt x="12192000" y="1243302"/>
                </a:lnTo>
                <a:lnTo>
                  <a:pt x="12160947" y="1271923"/>
                </a:lnTo>
                <a:cubicBezTo>
                  <a:pt x="12118083" y="1293449"/>
                  <a:pt x="12072360" y="1312882"/>
                  <a:pt x="12026448" y="1332123"/>
                </a:cubicBezTo>
                <a:cubicBezTo>
                  <a:pt x="12013114" y="1337649"/>
                  <a:pt x="11998443" y="1340697"/>
                  <a:pt x="11986443" y="1348126"/>
                </a:cubicBezTo>
                <a:cubicBezTo>
                  <a:pt x="11931195" y="1382036"/>
                  <a:pt x="11877664" y="1418614"/>
                  <a:pt x="11821656" y="1451191"/>
                </a:cubicBezTo>
                <a:cubicBezTo>
                  <a:pt x="11763931" y="1484910"/>
                  <a:pt x="11712304" y="1524726"/>
                  <a:pt x="11672489" y="1578639"/>
                </a:cubicBezTo>
                <a:cubicBezTo>
                  <a:pt x="11635529" y="1628743"/>
                  <a:pt x="11599714" y="1679607"/>
                  <a:pt x="11562947" y="1729900"/>
                </a:cubicBezTo>
                <a:cubicBezTo>
                  <a:pt x="11553613" y="1742665"/>
                  <a:pt x="11545039" y="1757715"/>
                  <a:pt x="11532275" y="1765907"/>
                </a:cubicBezTo>
                <a:cubicBezTo>
                  <a:pt x="11505795" y="1783052"/>
                  <a:pt x="11476838" y="1796959"/>
                  <a:pt x="11448453" y="1811057"/>
                </a:cubicBezTo>
                <a:cubicBezTo>
                  <a:pt x="11424069" y="1823059"/>
                  <a:pt x="11398160" y="1832011"/>
                  <a:pt x="11374346" y="1844966"/>
                </a:cubicBezTo>
                <a:cubicBezTo>
                  <a:pt x="11355296" y="1855255"/>
                  <a:pt x="11338339" y="1869543"/>
                  <a:pt x="11320623" y="1882497"/>
                </a:cubicBezTo>
                <a:cubicBezTo>
                  <a:pt x="11305192" y="1893736"/>
                  <a:pt x="11288238" y="1903452"/>
                  <a:pt x="11275283" y="1916978"/>
                </a:cubicBezTo>
                <a:cubicBezTo>
                  <a:pt x="11243658" y="1949745"/>
                  <a:pt x="11211843" y="1981940"/>
                  <a:pt x="11172600" y="2006136"/>
                </a:cubicBezTo>
                <a:cubicBezTo>
                  <a:pt x="11133927" y="2030138"/>
                  <a:pt x="11097350" y="2057001"/>
                  <a:pt x="11058869" y="2081386"/>
                </a:cubicBezTo>
                <a:cubicBezTo>
                  <a:pt x="11021146" y="2105199"/>
                  <a:pt x="10987046" y="2131297"/>
                  <a:pt x="10967423" y="2173591"/>
                </a:cubicBezTo>
                <a:cubicBezTo>
                  <a:pt x="10958661" y="2192259"/>
                  <a:pt x="10946279" y="2212644"/>
                  <a:pt x="10929704" y="2223503"/>
                </a:cubicBezTo>
                <a:cubicBezTo>
                  <a:pt x="10906081" y="2238934"/>
                  <a:pt x="10876171" y="2244459"/>
                  <a:pt x="10850453" y="2257603"/>
                </a:cubicBezTo>
                <a:cubicBezTo>
                  <a:pt x="10820162" y="2273034"/>
                  <a:pt x="10785111" y="2286370"/>
                  <a:pt x="10764534" y="2310945"/>
                </a:cubicBezTo>
                <a:cubicBezTo>
                  <a:pt x="10746246" y="2332855"/>
                  <a:pt x="10727767" y="2349999"/>
                  <a:pt x="10703573" y="2363905"/>
                </a:cubicBezTo>
                <a:cubicBezTo>
                  <a:pt x="10686617" y="2373622"/>
                  <a:pt x="10674046" y="2391338"/>
                  <a:pt x="10656519" y="2399340"/>
                </a:cubicBezTo>
                <a:cubicBezTo>
                  <a:pt x="10633467" y="2410009"/>
                  <a:pt x="10610225" y="2418391"/>
                  <a:pt x="10590031" y="2434966"/>
                </a:cubicBezTo>
                <a:cubicBezTo>
                  <a:pt x="10569075" y="2452110"/>
                  <a:pt x="10545263" y="2465636"/>
                  <a:pt x="10523354" y="2481639"/>
                </a:cubicBezTo>
                <a:cubicBezTo>
                  <a:pt x="10511734" y="2490211"/>
                  <a:pt x="10502208" y="2501451"/>
                  <a:pt x="10490969" y="2510406"/>
                </a:cubicBezTo>
                <a:cubicBezTo>
                  <a:pt x="10470394" y="2526788"/>
                  <a:pt x="10449438" y="2542791"/>
                  <a:pt x="10428291" y="2558222"/>
                </a:cubicBezTo>
                <a:cubicBezTo>
                  <a:pt x="10407146" y="2573655"/>
                  <a:pt x="10386952" y="2591561"/>
                  <a:pt x="10363709" y="2602801"/>
                </a:cubicBezTo>
                <a:cubicBezTo>
                  <a:pt x="10324086" y="2621851"/>
                  <a:pt x="10280840" y="2633282"/>
                  <a:pt x="10242357" y="2653857"/>
                </a:cubicBezTo>
                <a:cubicBezTo>
                  <a:pt x="10203304" y="2674811"/>
                  <a:pt x="10166536" y="2701103"/>
                  <a:pt x="10131863" y="2728915"/>
                </a:cubicBezTo>
                <a:cubicBezTo>
                  <a:pt x="10104430" y="2750824"/>
                  <a:pt x="10078713" y="2772543"/>
                  <a:pt x="10044230" y="2783782"/>
                </a:cubicBezTo>
                <a:cubicBezTo>
                  <a:pt x="10024990" y="2790070"/>
                  <a:pt x="10004797" y="2803786"/>
                  <a:pt x="9993175" y="2819789"/>
                </a:cubicBezTo>
                <a:cubicBezTo>
                  <a:pt x="9968027" y="2854649"/>
                  <a:pt x="9935832" y="2879226"/>
                  <a:pt x="9899446" y="2900182"/>
                </a:cubicBezTo>
                <a:cubicBezTo>
                  <a:pt x="9850865" y="2928376"/>
                  <a:pt x="9802858" y="2957143"/>
                  <a:pt x="9754088" y="2984766"/>
                </a:cubicBezTo>
                <a:cubicBezTo>
                  <a:pt x="9725323" y="3001151"/>
                  <a:pt x="9696749" y="3018485"/>
                  <a:pt x="9666265" y="3030488"/>
                </a:cubicBezTo>
                <a:cubicBezTo>
                  <a:pt x="9603971" y="3055255"/>
                  <a:pt x="9540152" y="3076399"/>
                  <a:pt x="9477283" y="3099451"/>
                </a:cubicBezTo>
                <a:cubicBezTo>
                  <a:pt x="9456709" y="3106880"/>
                  <a:pt x="9437278" y="3117549"/>
                  <a:pt x="9416321" y="3124026"/>
                </a:cubicBezTo>
                <a:cubicBezTo>
                  <a:pt x="9393650" y="3131075"/>
                  <a:pt x="9369267" y="3133171"/>
                  <a:pt x="9346597" y="3140219"/>
                </a:cubicBezTo>
                <a:cubicBezTo>
                  <a:pt x="9308875" y="3151840"/>
                  <a:pt x="9272298" y="3166701"/>
                  <a:pt x="9234579" y="3178511"/>
                </a:cubicBezTo>
                <a:cubicBezTo>
                  <a:pt x="9161805" y="3201182"/>
                  <a:pt x="9088840" y="3222899"/>
                  <a:pt x="9015878" y="3244426"/>
                </a:cubicBezTo>
                <a:cubicBezTo>
                  <a:pt x="9000257" y="3248999"/>
                  <a:pt x="8983301" y="3249570"/>
                  <a:pt x="8967871" y="3254523"/>
                </a:cubicBezTo>
                <a:cubicBezTo>
                  <a:pt x="8926911" y="3267859"/>
                  <a:pt x="8886142" y="3282336"/>
                  <a:pt x="8845565" y="3297007"/>
                </a:cubicBezTo>
                <a:cubicBezTo>
                  <a:pt x="8820990" y="3305961"/>
                  <a:pt x="8796985" y="3317009"/>
                  <a:pt x="8772219" y="3325582"/>
                </a:cubicBezTo>
                <a:cubicBezTo>
                  <a:pt x="8752407" y="3332440"/>
                  <a:pt x="8732023" y="3337774"/>
                  <a:pt x="8711448" y="3341966"/>
                </a:cubicBezTo>
                <a:cubicBezTo>
                  <a:pt x="8693731" y="3345586"/>
                  <a:pt x="8675253" y="3345203"/>
                  <a:pt x="8657726" y="3349586"/>
                </a:cubicBezTo>
                <a:cubicBezTo>
                  <a:pt x="8610288" y="3361397"/>
                  <a:pt x="8563425" y="3374733"/>
                  <a:pt x="8516369" y="3387305"/>
                </a:cubicBezTo>
                <a:cubicBezTo>
                  <a:pt x="8497511" y="3392259"/>
                  <a:pt x="8478269" y="3395880"/>
                  <a:pt x="8459979" y="3402166"/>
                </a:cubicBezTo>
                <a:cubicBezTo>
                  <a:pt x="8411019" y="3418741"/>
                  <a:pt x="8362822" y="3437599"/>
                  <a:pt x="8313671" y="3453222"/>
                </a:cubicBezTo>
                <a:cubicBezTo>
                  <a:pt x="8272903" y="3466176"/>
                  <a:pt x="8230992" y="3475510"/>
                  <a:pt x="8189651" y="3486941"/>
                </a:cubicBezTo>
                <a:cubicBezTo>
                  <a:pt x="8172124" y="3491895"/>
                  <a:pt x="8155359" y="3498943"/>
                  <a:pt x="8137835" y="3503134"/>
                </a:cubicBezTo>
                <a:cubicBezTo>
                  <a:pt x="8098590" y="3512659"/>
                  <a:pt x="8058774" y="3520659"/>
                  <a:pt x="8019339" y="3530186"/>
                </a:cubicBezTo>
                <a:cubicBezTo>
                  <a:pt x="7996859" y="3535710"/>
                  <a:pt x="7975142" y="3545617"/>
                  <a:pt x="7952280" y="3549237"/>
                </a:cubicBezTo>
                <a:cubicBezTo>
                  <a:pt x="7897987" y="3557809"/>
                  <a:pt x="7843311" y="3563905"/>
                  <a:pt x="7788636" y="3570763"/>
                </a:cubicBezTo>
                <a:cubicBezTo>
                  <a:pt x="7732247" y="3577811"/>
                  <a:pt x="7676047" y="3585242"/>
                  <a:pt x="7619655" y="3591528"/>
                </a:cubicBezTo>
                <a:cubicBezTo>
                  <a:pt x="7588795" y="3594768"/>
                  <a:pt x="7557742" y="3595338"/>
                  <a:pt x="7526880" y="3598386"/>
                </a:cubicBezTo>
                <a:cubicBezTo>
                  <a:pt x="7499828" y="3601055"/>
                  <a:pt x="7472967" y="3606007"/>
                  <a:pt x="7445916" y="3609247"/>
                </a:cubicBezTo>
                <a:cubicBezTo>
                  <a:pt x="7422483" y="3611913"/>
                  <a:pt x="7398860" y="3613437"/>
                  <a:pt x="7375428" y="3616105"/>
                </a:cubicBezTo>
                <a:cubicBezTo>
                  <a:pt x="7337899" y="3620485"/>
                  <a:pt x="7300559" y="3625439"/>
                  <a:pt x="7263220" y="3630011"/>
                </a:cubicBezTo>
                <a:cubicBezTo>
                  <a:pt x="7247599" y="3631726"/>
                  <a:pt x="7231214" y="3636488"/>
                  <a:pt x="7216547" y="3633632"/>
                </a:cubicBezTo>
                <a:cubicBezTo>
                  <a:pt x="7179587" y="3626391"/>
                  <a:pt x="7143199" y="3628487"/>
                  <a:pt x="7106432" y="3633440"/>
                </a:cubicBezTo>
                <a:cubicBezTo>
                  <a:pt x="7093860" y="3635155"/>
                  <a:pt x="7080334" y="3634774"/>
                  <a:pt x="7068141" y="3631536"/>
                </a:cubicBezTo>
                <a:cubicBezTo>
                  <a:pt x="7043184" y="3625057"/>
                  <a:pt x="7018991" y="3615913"/>
                  <a:pt x="6994415" y="3607913"/>
                </a:cubicBezTo>
                <a:cubicBezTo>
                  <a:pt x="6991747" y="3606961"/>
                  <a:pt x="6988509" y="3606769"/>
                  <a:pt x="6985653" y="3606199"/>
                </a:cubicBezTo>
                <a:cubicBezTo>
                  <a:pt x="6969457" y="3602959"/>
                  <a:pt x="6953457" y="3599720"/>
                  <a:pt x="6937263" y="3596863"/>
                </a:cubicBezTo>
                <a:cubicBezTo>
                  <a:pt x="6928501" y="3595338"/>
                  <a:pt x="6919547" y="3595149"/>
                  <a:pt x="6910782" y="3593814"/>
                </a:cubicBezTo>
                <a:cubicBezTo>
                  <a:pt x="6876872" y="3588480"/>
                  <a:pt x="6839534" y="3597434"/>
                  <a:pt x="6810195" y="3574384"/>
                </a:cubicBezTo>
                <a:cubicBezTo>
                  <a:pt x="6791144" y="3559523"/>
                  <a:pt x="6772665" y="3562953"/>
                  <a:pt x="6752283" y="3565239"/>
                </a:cubicBezTo>
                <a:cubicBezTo>
                  <a:pt x="6736851" y="3566953"/>
                  <a:pt x="6721038" y="3566382"/>
                  <a:pt x="6705417" y="3566574"/>
                </a:cubicBezTo>
                <a:cubicBezTo>
                  <a:pt x="6677984" y="3567143"/>
                  <a:pt x="6650551" y="3567335"/>
                  <a:pt x="6623118" y="3568287"/>
                </a:cubicBezTo>
                <a:cubicBezTo>
                  <a:pt x="6614353" y="3568667"/>
                  <a:pt x="6605401" y="3573432"/>
                  <a:pt x="6596828" y="3572670"/>
                </a:cubicBezTo>
                <a:cubicBezTo>
                  <a:pt x="6557201" y="3569049"/>
                  <a:pt x="6517576" y="3563334"/>
                  <a:pt x="6477951" y="3560095"/>
                </a:cubicBezTo>
                <a:cubicBezTo>
                  <a:pt x="6455472" y="3558191"/>
                  <a:pt x="6432420" y="3561809"/>
                  <a:pt x="6410131" y="3559143"/>
                </a:cubicBezTo>
                <a:cubicBezTo>
                  <a:pt x="6384414" y="3556095"/>
                  <a:pt x="6359268" y="3548285"/>
                  <a:pt x="6333739" y="3543520"/>
                </a:cubicBezTo>
                <a:cubicBezTo>
                  <a:pt x="6326691" y="3542189"/>
                  <a:pt x="6318880" y="3543903"/>
                  <a:pt x="6311449" y="3544282"/>
                </a:cubicBezTo>
                <a:cubicBezTo>
                  <a:pt x="6303068" y="3544664"/>
                  <a:pt x="6294876" y="3545426"/>
                  <a:pt x="6286493" y="3545617"/>
                </a:cubicBezTo>
                <a:cubicBezTo>
                  <a:pt x="6260964" y="3545999"/>
                  <a:pt x="6235437" y="3545426"/>
                  <a:pt x="6209909" y="3546761"/>
                </a:cubicBezTo>
                <a:cubicBezTo>
                  <a:pt x="6194288" y="3547522"/>
                  <a:pt x="6177905" y="3555333"/>
                  <a:pt x="6163425" y="3552474"/>
                </a:cubicBezTo>
                <a:cubicBezTo>
                  <a:pt x="6133897" y="3546951"/>
                  <a:pt x="6104368" y="3559333"/>
                  <a:pt x="6074842" y="3549047"/>
                </a:cubicBezTo>
                <a:cubicBezTo>
                  <a:pt x="6065695" y="3545999"/>
                  <a:pt x="6053124" y="3553619"/>
                  <a:pt x="6042072" y="3553999"/>
                </a:cubicBezTo>
                <a:cubicBezTo>
                  <a:pt x="6014449" y="3554951"/>
                  <a:pt x="5986828" y="3554761"/>
                  <a:pt x="5959204" y="3554571"/>
                </a:cubicBezTo>
                <a:cubicBezTo>
                  <a:pt x="5934438" y="3554381"/>
                  <a:pt x="5908719" y="3557047"/>
                  <a:pt x="5884906" y="3551713"/>
                </a:cubicBezTo>
                <a:cubicBezTo>
                  <a:pt x="5859949" y="3545999"/>
                  <a:pt x="5837472" y="3546761"/>
                  <a:pt x="5813276" y="3553237"/>
                </a:cubicBezTo>
                <a:cubicBezTo>
                  <a:pt x="5796702" y="3557619"/>
                  <a:pt x="5779174" y="3558191"/>
                  <a:pt x="5762029" y="3559523"/>
                </a:cubicBezTo>
                <a:cubicBezTo>
                  <a:pt x="5743551" y="3561047"/>
                  <a:pt x="5723166" y="3557047"/>
                  <a:pt x="5706401" y="3563334"/>
                </a:cubicBezTo>
                <a:cubicBezTo>
                  <a:pt x="5656488" y="3582003"/>
                  <a:pt x="5605244" y="3586003"/>
                  <a:pt x="5553045" y="3586003"/>
                </a:cubicBezTo>
                <a:cubicBezTo>
                  <a:pt x="5543518" y="3586003"/>
                  <a:pt x="5533802" y="3583338"/>
                  <a:pt x="5524660" y="3580480"/>
                </a:cubicBezTo>
                <a:cubicBezTo>
                  <a:pt x="5471316" y="3563334"/>
                  <a:pt x="5417784" y="3564857"/>
                  <a:pt x="5363491" y="3575336"/>
                </a:cubicBezTo>
                <a:cubicBezTo>
                  <a:pt x="5352250" y="3577622"/>
                  <a:pt x="5339677" y="3578003"/>
                  <a:pt x="5328438" y="3575718"/>
                </a:cubicBezTo>
                <a:cubicBezTo>
                  <a:pt x="5296812" y="3569049"/>
                  <a:pt x="5266141" y="3557999"/>
                  <a:pt x="5234326" y="3553237"/>
                </a:cubicBezTo>
                <a:cubicBezTo>
                  <a:pt x="5181748" y="3545426"/>
                  <a:pt x="5136216" y="3571715"/>
                  <a:pt x="5089162" y="3588862"/>
                </a:cubicBezTo>
                <a:cubicBezTo>
                  <a:pt x="5044391" y="3605055"/>
                  <a:pt x="5006292" y="3641632"/>
                  <a:pt x="4953328" y="3633440"/>
                </a:cubicBezTo>
                <a:cubicBezTo>
                  <a:pt x="4947996" y="3632678"/>
                  <a:pt x="4942089" y="3637822"/>
                  <a:pt x="4936184" y="3639155"/>
                </a:cubicBezTo>
                <a:cubicBezTo>
                  <a:pt x="4919991" y="3642776"/>
                  <a:pt x="4903799" y="3647155"/>
                  <a:pt x="4887415" y="3648872"/>
                </a:cubicBezTo>
                <a:cubicBezTo>
                  <a:pt x="4867412" y="3651158"/>
                  <a:pt x="4847027" y="3650397"/>
                  <a:pt x="4827024" y="3652301"/>
                </a:cubicBezTo>
                <a:cubicBezTo>
                  <a:pt x="4814166" y="3653444"/>
                  <a:pt x="4801401" y="3655539"/>
                  <a:pt x="4788661" y="3657349"/>
                </a:cubicBezTo>
                <a:lnTo>
                  <a:pt x="4785776" y="3657600"/>
                </a:lnTo>
                <a:lnTo>
                  <a:pt x="4726469" y="3657600"/>
                </a:lnTo>
                <a:lnTo>
                  <a:pt x="4719697" y="3656730"/>
                </a:lnTo>
                <a:cubicBezTo>
                  <a:pt x="4709482" y="3654539"/>
                  <a:pt x="4699289" y="3651920"/>
                  <a:pt x="4689098" y="3650205"/>
                </a:cubicBezTo>
                <a:cubicBezTo>
                  <a:pt x="4660331" y="3645442"/>
                  <a:pt x="4628705" y="3646776"/>
                  <a:pt x="4603368" y="3634584"/>
                </a:cubicBezTo>
                <a:cubicBezTo>
                  <a:pt x="4576318" y="3621629"/>
                  <a:pt x="4550599" y="3615723"/>
                  <a:pt x="4522596" y="3619723"/>
                </a:cubicBezTo>
                <a:cubicBezTo>
                  <a:pt x="4513260" y="3621057"/>
                  <a:pt x="4501257" y="3629059"/>
                  <a:pt x="4497068" y="3637249"/>
                </a:cubicBezTo>
                <a:cubicBezTo>
                  <a:pt x="4487731" y="3655538"/>
                  <a:pt x="4474969" y="3658778"/>
                  <a:pt x="4457632" y="3652490"/>
                </a:cubicBezTo>
                <a:cubicBezTo>
                  <a:pt x="4442581" y="3647155"/>
                  <a:pt x="4424104" y="3644490"/>
                  <a:pt x="4413817" y="3634201"/>
                </a:cubicBezTo>
                <a:cubicBezTo>
                  <a:pt x="4384668" y="3605055"/>
                  <a:pt x="4347518" y="3604103"/>
                  <a:pt x="4311323" y="3596293"/>
                </a:cubicBezTo>
                <a:cubicBezTo>
                  <a:pt x="4289227" y="3591528"/>
                  <a:pt x="4268649" y="3591338"/>
                  <a:pt x="4246551" y="3594576"/>
                </a:cubicBezTo>
                <a:cubicBezTo>
                  <a:pt x="4198546" y="3601816"/>
                  <a:pt x="4151870" y="3591528"/>
                  <a:pt x="4105766" y="3578384"/>
                </a:cubicBezTo>
                <a:cubicBezTo>
                  <a:pt x="4075285" y="3569622"/>
                  <a:pt x="4044043" y="3564287"/>
                  <a:pt x="4013753" y="3555333"/>
                </a:cubicBezTo>
                <a:cubicBezTo>
                  <a:pt x="3991083" y="3548474"/>
                  <a:pt x="3968414" y="3540282"/>
                  <a:pt x="3947648" y="3529234"/>
                </a:cubicBezTo>
                <a:cubicBezTo>
                  <a:pt x="3917546" y="3513040"/>
                  <a:pt x="3891259" y="3488655"/>
                  <a:pt x="3852966" y="3495133"/>
                </a:cubicBezTo>
                <a:cubicBezTo>
                  <a:pt x="3819245" y="3500847"/>
                  <a:pt x="3788766" y="3488847"/>
                  <a:pt x="3757902" y="3477416"/>
                </a:cubicBezTo>
                <a:cubicBezTo>
                  <a:pt x="3735231" y="3469034"/>
                  <a:pt x="3712565" y="3460459"/>
                  <a:pt x="3689131" y="3455126"/>
                </a:cubicBezTo>
                <a:cubicBezTo>
                  <a:pt x="3661315" y="3448839"/>
                  <a:pt x="3629882" y="3451507"/>
                  <a:pt x="3605116" y="3439885"/>
                </a:cubicBezTo>
                <a:cubicBezTo>
                  <a:pt x="3579206" y="3427693"/>
                  <a:pt x="3557682" y="3435885"/>
                  <a:pt x="3534629" y="3439315"/>
                </a:cubicBezTo>
                <a:cubicBezTo>
                  <a:pt x="3497862" y="3444649"/>
                  <a:pt x="3461282" y="3454555"/>
                  <a:pt x="3424135" y="3441982"/>
                </a:cubicBezTo>
                <a:cubicBezTo>
                  <a:pt x="3378986" y="3426741"/>
                  <a:pt x="3334216" y="3410358"/>
                  <a:pt x="3288877" y="3395880"/>
                </a:cubicBezTo>
                <a:cubicBezTo>
                  <a:pt x="3271348" y="3390353"/>
                  <a:pt x="3252492" y="3388067"/>
                  <a:pt x="3234202" y="3385591"/>
                </a:cubicBezTo>
                <a:cubicBezTo>
                  <a:pt x="3216867" y="3383495"/>
                  <a:pt x="3196102" y="3388830"/>
                  <a:pt x="3182763" y="3380829"/>
                </a:cubicBezTo>
                <a:cubicBezTo>
                  <a:pt x="3148472" y="3360255"/>
                  <a:pt x="3113231" y="3350158"/>
                  <a:pt x="3073604" y="3350158"/>
                </a:cubicBezTo>
                <a:cubicBezTo>
                  <a:pt x="3058743" y="3350158"/>
                  <a:pt x="3044264" y="3341584"/>
                  <a:pt x="3029216" y="3340059"/>
                </a:cubicBezTo>
                <a:cubicBezTo>
                  <a:pt x="3008639" y="3338155"/>
                  <a:pt x="2985016" y="3333011"/>
                  <a:pt x="2967110" y="3340251"/>
                </a:cubicBezTo>
                <a:cubicBezTo>
                  <a:pt x="2925008" y="3357397"/>
                  <a:pt x="2890910" y="3343107"/>
                  <a:pt x="2854140" y="3326153"/>
                </a:cubicBezTo>
                <a:cubicBezTo>
                  <a:pt x="2817943" y="3309389"/>
                  <a:pt x="2779842" y="3296055"/>
                  <a:pt x="2741360" y="3285003"/>
                </a:cubicBezTo>
                <a:cubicBezTo>
                  <a:pt x="2726882" y="3281003"/>
                  <a:pt x="2709548" y="3287672"/>
                  <a:pt x="2693543" y="3289005"/>
                </a:cubicBezTo>
                <a:cubicBezTo>
                  <a:pt x="2687827" y="3289386"/>
                  <a:pt x="2681540" y="3289958"/>
                  <a:pt x="2676398" y="3288053"/>
                </a:cubicBezTo>
                <a:cubicBezTo>
                  <a:pt x="2626677" y="3269763"/>
                  <a:pt x="2576191" y="3255857"/>
                  <a:pt x="2522279" y="3265382"/>
                </a:cubicBezTo>
                <a:cubicBezTo>
                  <a:pt x="2517327" y="3266335"/>
                  <a:pt x="2511800" y="3264239"/>
                  <a:pt x="2506847" y="3262905"/>
                </a:cubicBezTo>
                <a:cubicBezTo>
                  <a:pt x="2482652" y="3256047"/>
                  <a:pt x="2459029" y="3245189"/>
                  <a:pt x="2434456" y="3242712"/>
                </a:cubicBezTo>
                <a:cubicBezTo>
                  <a:pt x="2373874" y="3236616"/>
                  <a:pt x="2312915" y="3234138"/>
                  <a:pt x="2251948" y="3230138"/>
                </a:cubicBezTo>
                <a:cubicBezTo>
                  <a:pt x="2248138" y="3229949"/>
                  <a:pt x="2244137" y="3229949"/>
                  <a:pt x="2240710" y="3228614"/>
                </a:cubicBezTo>
                <a:cubicBezTo>
                  <a:pt x="2218229" y="3220422"/>
                  <a:pt x="2198608" y="3223090"/>
                  <a:pt x="2179556" y="3238711"/>
                </a:cubicBezTo>
                <a:cubicBezTo>
                  <a:pt x="2171173" y="3245569"/>
                  <a:pt x="2159743" y="3249189"/>
                  <a:pt x="2149267" y="3252999"/>
                </a:cubicBezTo>
                <a:cubicBezTo>
                  <a:pt x="2133834" y="3258715"/>
                  <a:pt x="2118023" y="3264239"/>
                  <a:pt x="2102021" y="3267859"/>
                </a:cubicBezTo>
                <a:cubicBezTo>
                  <a:pt x="2086208" y="3271288"/>
                  <a:pt x="2069254" y="3276049"/>
                  <a:pt x="2054013" y="3273384"/>
                </a:cubicBezTo>
                <a:cubicBezTo>
                  <a:pt x="2026581" y="3268622"/>
                  <a:pt x="2000479" y="3257953"/>
                  <a:pt x="1973429" y="3250903"/>
                </a:cubicBezTo>
                <a:cubicBezTo>
                  <a:pt x="1964094" y="3248426"/>
                  <a:pt x="1953806" y="3248809"/>
                  <a:pt x="1944092" y="3248617"/>
                </a:cubicBezTo>
                <a:cubicBezTo>
                  <a:pt x="1921800" y="3248047"/>
                  <a:pt x="1898940" y="3253571"/>
                  <a:pt x="1878748" y="3237759"/>
                </a:cubicBezTo>
                <a:cubicBezTo>
                  <a:pt x="1860079" y="3222899"/>
                  <a:pt x="1841216" y="3227280"/>
                  <a:pt x="1821596" y="3238520"/>
                </a:cubicBezTo>
                <a:cubicBezTo>
                  <a:pt x="1807497" y="3246522"/>
                  <a:pt x="1791496" y="3252809"/>
                  <a:pt x="1775684" y="3255857"/>
                </a:cubicBezTo>
                <a:cubicBezTo>
                  <a:pt x="1753965" y="3260047"/>
                  <a:pt x="1732439" y="3261763"/>
                  <a:pt x="1709006" y="3259285"/>
                </a:cubicBezTo>
                <a:cubicBezTo>
                  <a:pt x="1692431" y="3257571"/>
                  <a:pt x="1678904" y="3256809"/>
                  <a:pt x="1665950" y="3246713"/>
                </a:cubicBezTo>
                <a:cubicBezTo>
                  <a:pt x="1663856" y="3245189"/>
                  <a:pt x="1660046" y="3244807"/>
                  <a:pt x="1657188" y="3244999"/>
                </a:cubicBezTo>
                <a:cubicBezTo>
                  <a:pt x="1619658" y="3248237"/>
                  <a:pt x="1582510" y="3246522"/>
                  <a:pt x="1544598" y="3244234"/>
                </a:cubicBezTo>
                <a:cubicBezTo>
                  <a:pt x="1496403" y="3241189"/>
                  <a:pt x="1445725" y="3250141"/>
                  <a:pt x="1404006" y="3282146"/>
                </a:cubicBezTo>
                <a:cubicBezTo>
                  <a:pt x="1397909" y="3286910"/>
                  <a:pt x="1388765" y="3289005"/>
                  <a:pt x="1380762" y="3290149"/>
                </a:cubicBezTo>
                <a:cubicBezTo>
                  <a:pt x="1343044" y="3295101"/>
                  <a:pt x="1305132" y="3298530"/>
                  <a:pt x="1267411" y="3304055"/>
                </a:cubicBezTo>
                <a:cubicBezTo>
                  <a:pt x="1246837" y="3307103"/>
                  <a:pt x="1225310" y="3309770"/>
                  <a:pt x="1206641" y="3318153"/>
                </a:cubicBezTo>
                <a:cubicBezTo>
                  <a:pt x="1188354" y="3326343"/>
                  <a:pt x="1173681" y="3336059"/>
                  <a:pt x="1162823" y="3318915"/>
                </a:cubicBezTo>
                <a:cubicBezTo>
                  <a:pt x="1143394" y="3328059"/>
                  <a:pt x="1126437" y="3335680"/>
                  <a:pt x="1109865" y="3343870"/>
                </a:cubicBezTo>
                <a:cubicBezTo>
                  <a:pt x="1103767" y="3346918"/>
                  <a:pt x="1098623" y="3351872"/>
                  <a:pt x="1092527" y="3354730"/>
                </a:cubicBezTo>
                <a:cubicBezTo>
                  <a:pt x="1086048" y="3357778"/>
                  <a:pt x="1078810" y="3359682"/>
                  <a:pt x="1071762" y="3361207"/>
                </a:cubicBezTo>
                <a:cubicBezTo>
                  <a:pt x="1040327" y="3368065"/>
                  <a:pt x="1008894" y="3374351"/>
                  <a:pt x="977653" y="3381782"/>
                </a:cubicBezTo>
                <a:cubicBezTo>
                  <a:pt x="971554" y="3383305"/>
                  <a:pt x="966411" y="3389401"/>
                  <a:pt x="960887" y="3393401"/>
                </a:cubicBezTo>
                <a:cubicBezTo>
                  <a:pt x="957266" y="3396070"/>
                  <a:pt x="953648" y="3400070"/>
                  <a:pt x="949646" y="3400642"/>
                </a:cubicBezTo>
                <a:cubicBezTo>
                  <a:pt x="919165" y="3405214"/>
                  <a:pt x="888877" y="3410549"/>
                  <a:pt x="858205" y="3412834"/>
                </a:cubicBezTo>
                <a:cubicBezTo>
                  <a:pt x="832486" y="3414738"/>
                  <a:pt x="807719" y="3414168"/>
                  <a:pt x="801053" y="3447315"/>
                </a:cubicBezTo>
                <a:cubicBezTo>
                  <a:pt x="799909" y="3453032"/>
                  <a:pt x="791717" y="3459128"/>
                  <a:pt x="785432" y="3461984"/>
                </a:cubicBezTo>
                <a:cubicBezTo>
                  <a:pt x="767524" y="3470176"/>
                  <a:pt x="748471" y="3475701"/>
                  <a:pt x="730754" y="3484082"/>
                </a:cubicBezTo>
                <a:cubicBezTo>
                  <a:pt x="672650" y="3512088"/>
                  <a:pt x="611880" y="3529805"/>
                  <a:pt x="546917" y="3526566"/>
                </a:cubicBezTo>
                <a:cubicBezTo>
                  <a:pt x="526724" y="3525614"/>
                  <a:pt x="507102" y="3515326"/>
                  <a:pt x="494337" y="3511515"/>
                </a:cubicBezTo>
                <a:cubicBezTo>
                  <a:pt x="457572" y="3526566"/>
                  <a:pt x="426709" y="3541045"/>
                  <a:pt x="394511" y="3551903"/>
                </a:cubicBezTo>
                <a:cubicBezTo>
                  <a:pt x="366127" y="3561619"/>
                  <a:pt x="336408" y="3567715"/>
                  <a:pt x="307259" y="3574763"/>
                </a:cubicBezTo>
                <a:cubicBezTo>
                  <a:pt x="296590" y="3577432"/>
                  <a:pt x="285732" y="3578955"/>
                  <a:pt x="274873" y="3580290"/>
                </a:cubicBezTo>
                <a:cubicBezTo>
                  <a:pt x="240965" y="3584480"/>
                  <a:pt x="205529" y="3574384"/>
                  <a:pt x="172384" y="3590386"/>
                </a:cubicBezTo>
                <a:cubicBezTo>
                  <a:pt x="155046" y="3598768"/>
                  <a:pt x="137898" y="3608865"/>
                  <a:pt x="119613" y="3613247"/>
                </a:cubicBezTo>
                <a:cubicBezTo>
                  <a:pt x="99990" y="3618009"/>
                  <a:pt x="80794" y="3625439"/>
                  <a:pt x="61197" y="3630750"/>
                </a:cubicBezTo>
                <a:lnTo>
                  <a:pt x="544" y="3635521"/>
                </a:lnTo>
                <a:lnTo>
                  <a:pt x="544" y="3508282"/>
                </a:lnTo>
                <a:lnTo>
                  <a:pt x="0" y="3508282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2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252769E-B9F0-4068-A645-5BBEF16E9C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4" y="857610"/>
            <a:ext cx="12191456" cy="2849976"/>
            <a:chOff x="476" y="-3923157"/>
            <a:chExt cx="10667524" cy="2493729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E12D6AD-7096-45BB-9C02-468B2704C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6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9953252-97DE-4766-B2F6-E4FDA2FDA6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6" y="-3923157"/>
              <a:ext cx="10667524" cy="2493728"/>
            </a:xfrm>
            <a:custGeom>
              <a:avLst/>
              <a:gdLst>
                <a:gd name="connsiteX0" fmla="*/ 6095524 w 6095524"/>
                <a:gd name="connsiteY0" fmla="*/ 0 h 1424940"/>
                <a:gd name="connsiteX1" fmla="*/ 6095524 w 6095524"/>
                <a:gd name="connsiteY1" fmla="*/ 17431 h 1424940"/>
                <a:gd name="connsiteX2" fmla="*/ 6095524 w 6095524"/>
                <a:gd name="connsiteY2" fmla="*/ 216290 h 1424940"/>
                <a:gd name="connsiteX3" fmla="*/ 6079998 w 6095524"/>
                <a:gd name="connsiteY3" fmla="*/ 230600 h 1424940"/>
                <a:gd name="connsiteX4" fmla="*/ 6012751 w 6095524"/>
                <a:gd name="connsiteY4" fmla="*/ 260699 h 1424940"/>
                <a:gd name="connsiteX5" fmla="*/ 5992749 w 6095524"/>
                <a:gd name="connsiteY5" fmla="*/ 268700 h 1424940"/>
                <a:gd name="connsiteX6" fmla="*/ 5910358 w 6095524"/>
                <a:gd name="connsiteY6" fmla="*/ 320231 h 1424940"/>
                <a:gd name="connsiteX7" fmla="*/ 5835777 w 6095524"/>
                <a:gd name="connsiteY7" fmla="*/ 383953 h 1424940"/>
                <a:gd name="connsiteX8" fmla="*/ 5781008 w 6095524"/>
                <a:gd name="connsiteY8" fmla="*/ 459581 h 1424940"/>
                <a:gd name="connsiteX9" fmla="*/ 5765673 w 6095524"/>
                <a:gd name="connsiteY9" fmla="*/ 477584 h 1424940"/>
                <a:gd name="connsiteX10" fmla="*/ 5723763 w 6095524"/>
                <a:gd name="connsiteY10" fmla="*/ 500158 h 1424940"/>
                <a:gd name="connsiteX11" fmla="*/ 5686711 w 6095524"/>
                <a:gd name="connsiteY11" fmla="*/ 517112 h 1424940"/>
                <a:gd name="connsiteX12" fmla="*/ 5659850 w 6095524"/>
                <a:gd name="connsiteY12" fmla="*/ 535877 h 1424940"/>
                <a:gd name="connsiteX13" fmla="*/ 5637181 w 6095524"/>
                <a:gd name="connsiteY13" fmla="*/ 553117 h 1424940"/>
                <a:gd name="connsiteX14" fmla="*/ 5585841 w 6095524"/>
                <a:gd name="connsiteY14" fmla="*/ 597694 h 1424940"/>
                <a:gd name="connsiteX15" fmla="*/ 5528977 w 6095524"/>
                <a:gd name="connsiteY15" fmla="*/ 635318 h 1424940"/>
                <a:gd name="connsiteX16" fmla="*/ 5483256 w 6095524"/>
                <a:gd name="connsiteY16" fmla="*/ 681419 h 1424940"/>
                <a:gd name="connsiteX17" fmla="*/ 5464397 w 6095524"/>
                <a:gd name="connsiteY17" fmla="*/ 706374 h 1424940"/>
                <a:gd name="connsiteX18" fmla="*/ 5424773 w 6095524"/>
                <a:gd name="connsiteY18" fmla="*/ 723424 h 1424940"/>
                <a:gd name="connsiteX19" fmla="*/ 5381815 w 6095524"/>
                <a:gd name="connsiteY19" fmla="*/ 750094 h 1424940"/>
                <a:gd name="connsiteX20" fmla="*/ 5351335 w 6095524"/>
                <a:gd name="connsiteY20" fmla="*/ 776573 h 1424940"/>
                <a:gd name="connsiteX21" fmla="*/ 5327809 w 6095524"/>
                <a:gd name="connsiteY21" fmla="*/ 794290 h 1424940"/>
                <a:gd name="connsiteX22" fmla="*/ 5294566 w 6095524"/>
                <a:gd name="connsiteY22" fmla="*/ 812102 h 1424940"/>
                <a:gd name="connsiteX23" fmla="*/ 5261229 w 6095524"/>
                <a:gd name="connsiteY23" fmla="*/ 835438 h 1424940"/>
                <a:gd name="connsiteX24" fmla="*/ 5245037 w 6095524"/>
                <a:gd name="connsiteY24" fmla="*/ 849821 h 1424940"/>
                <a:gd name="connsiteX25" fmla="*/ 5213699 w 6095524"/>
                <a:gd name="connsiteY25" fmla="*/ 873728 h 1424940"/>
                <a:gd name="connsiteX26" fmla="*/ 5181409 w 6095524"/>
                <a:gd name="connsiteY26" fmla="*/ 896017 h 1424940"/>
                <a:gd name="connsiteX27" fmla="*/ 5120735 w 6095524"/>
                <a:gd name="connsiteY27" fmla="*/ 921544 h 1424940"/>
                <a:gd name="connsiteX28" fmla="*/ 5065490 w 6095524"/>
                <a:gd name="connsiteY28" fmla="*/ 959072 h 1424940"/>
                <a:gd name="connsiteX29" fmla="*/ 5021675 w 6095524"/>
                <a:gd name="connsiteY29" fmla="*/ 986504 h 1424940"/>
                <a:gd name="connsiteX30" fmla="*/ 4996148 w 6095524"/>
                <a:gd name="connsiteY30" fmla="*/ 1004507 h 1424940"/>
                <a:gd name="connsiteX31" fmla="*/ 4949285 w 6095524"/>
                <a:gd name="connsiteY31" fmla="*/ 1044702 h 1424940"/>
                <a:gd name="connsiteX32" fmla="*/ 4876609 w 6095524"/>
                <a:gd name="connsiteY32" fmla="*/ 1086993 h 1424940"/>
                <a:gd name="connsiteX33" fmla="*/ 4832699 w 6095524"/>
                <a:gd name="connsiteY33" fmla="*/ 1109853 h 1424940"/>
                <a:gd name="connsiteX34" fmla="*/ 4738211 w 6095524"/>
                <a:gd name="connsiteY34" fmla="*/ 1144334 h 1424940"/>
                <a:gd name="connsiteX35" fmla="*/ 4707731 w 6095524"/>
                <a:gd name="connsiteY35" fmla="*/ 1156621 h 1424940"/>
                <a:gd name="connsiteX36" fmla="*/ 4672870 w 6095524"/>
                <a:gd name="connsiteY36" fmla="*/ 1164717 h 1424940"/>
                <a:gd name="connsiteX37" fmla="*/ 4616863 w 6095524"/>
                <a:gd name="connsiteY37" fmla="*/ 1183862 h 1424940"/>
                <a:gd name="connsiteX38" fmla="*/ 4507516 w 6095524"/>
                <a:gd name="connsiteY38" fmla="*/ 1216819 h 1424940"/>
                <a:gd name="connsiteX39" fmla="*/ 4483513 w 6095524"/>
                <a:gd name="connsiteY39" fmla="*/ 1221867 h 1424940"/>
                <a:gd name="connsiteX40" fmla="*/ 4422362 w 6095524"/>
                <a:gd name="connsiteY40" fmla="*/ 1243108 h 1424940"/>
                <a:gd name="connsiteX41" fmla="*/ 4385691 w 6095524"/>
                <a:gd name="connsiteY41" fmla="*/ 1257395 h 1424940"/>
                <a:gd name="connsiteX42" fmla="*/ 4355306 w 6095524"/>
                <a:gd name="connsiteY42" fmla="*/ 1265587 h 1424940"/>
                <a:gd name="connsiteX43" fmla="*/ 4328446 w 6095524"/>
                <a:gd name="connsiteY43" fmla="*/ 1269397 h 1424940"/>
                <a:gd name="connsiteX44" fmla="*/ 4257770 w 6095524"/>
                <a:gd name="connsiteY44" fmla="*/ 1288256 h 1424940"/>
                <a:gd name="connsiteX45" fmla="*/ 4229576 w 6095524"/>
                <a:gd name="connsiteY45" fmla="*/ 1295686 h 1424940"/>
                <a:gd name="connsiteX46" fmla="*/ 4156424 w 6095524"/>
                <a:gd name="connsiteY46" fmla="*/ 1321213 h 1424940"/>
                <a:gd name="connsiteX47" fmla="*/ 4094416 w 6095524"/>
                <a:gd name="connsiteY47" fmla="*/ 1338072 h 1424940"/>
                <a:gd name="connsiteX48" fmla="*/ 4068509 w 6095524"/>
                <a:gd name="connsiteY48" fmla="*/ 1346168 h 1424940"/>
                <a:gd name="connsiteX49" fmla="*/ 4009263 w 6095524"/>
                <a:gd name="connsiteY49" fmla="*/ 1359694 h 1424940"/>
                <a:gd name="connsiteX50" fmla="*/ 3975735 w 6095524"/>
                <a:gd name="connsiteY50" fmla="*/ 1369219 h 1424940"/>
                <a:gd name="connsiteX51" fmla="*/ 3893915 w 6095524"/>
                <a:gd name="connsiteY51" fmla="*/ 1379982 h 1424940"/>
                <a:gd name="connsiteX52" fmla="*/ 3809428 w 6095524"/>
                <a:gd name="connsiteY52" fmla="*/ 1390364 h 1424940"/>
                <a:gd name="connsiteX53" fmla="*/ 3763042 w 6095524"/>
                <a:gd name="connsiteY53" fmla="*/ 1393793 h 1424940"/>
                <a:gd name="connsiteX54" fmla="*/ 3722561 w 6095524"/>
                <a:gd name="connsiteY54" fmla="*/ 1399223 h 1424940"/>
                <a:gd name="connsiteX55" fmla="*/ 3687318 w 6095524"/>
                <a:gd name="connsiteY55" fmla="*/ 1402652 h 1424940"/>
                <a:gd name="connsiteX56" fmla="*/ 3631216 w 6095524"/>
                <a:gd name="connsiteY56" fmla="*/ 1409605 h 1424940"/>
                <a:gd name="connsiteX57" fmla="*/ 3607880 w 6095524"/>
                <a:gd name="connsiteY57" fmla="*/ 1411415 h 1424940"/>
                <a:gd name="connsiteX58" fmla="*/ 3552825 w 6095524"/>
                <a:gd name="connsiteY58" fmla="*/ 1411319 h 1424940"/>
                <a:gd name="connsiteX59" fmla="*/ 3533680 w 6095524"/>
                <a:gd name="connsiteY59" fmla="*/ 1410367 h 1424940"/>
                <a:gd name="connsiteX60" fmla="*/ 3496818 w 6095524"/>
                <a:gd name="connsiteY60" fmla="*/ 1398556 h 1424940"/>
                <a:gd name="connsiteX61" fmla="*/ 3492437 w 6095524"/>
                <a:gd name="connsiteY61" fmla="*/ 1397699 h 1424940"/>
                <a:gd name="connsiteX62" fmla="*/ 3468243 w 6095524"/>
                <a:gd name="connsiteY62" fmla="*/ 1393031 h 1424940"/>
                <a:gd name="connsiteX63" fmla="*/ 3455003 w 6095524"/>
                <a:gd name="connsiteY63" fmla="*/ 1391507 h 1424940"/>
                <a:gd name="connsiteX64" fmla="*/ 3404711 w 6095524"/>
                <a:gd name="connsiteY64" fmla="*/ 1381792 h 1424940"/>
                <a:gd name="connsiteX65" fmla="*/ 3375756 w 6095524"/>
                <a:gd name="connsiteY65" fmla="*/ 1377220 h 1424940"/>
                <a:gd name="connsiteX66" fmla="*/ 3352324 w 6095524"/>
                <a:gd name="connsiteY66" fmla="*/ 1377887 h 1424940"/>
                <a:gd name="connsiteX67" fmla="*/ 3311176 w 6095524"/>
                <a:gd name="connsiteY67" fmla="*/ 1378744 h 1424940"/>
                <a:gd name="connsiteX68" fmla="*/ 3298031 w 6095524"/>
                <a:gd name="connsiteY68" fmla="*/ 1380935 h 1424940"/>
                <a:gd name="connsiteX69" fmla="*/ 3238595 w 6095524"/>
                <a:gd name="connsiteY69" fmla="*/ 1374648 h 1424940"/>
                <a:gd name="connsiteX70" fmla="*/ 3204686 w 6095524"/>
                <a:gd name="connsiteY70" fmla="*/ 1374172 h 1424940"/>
                <a:gd name="connsiteX71" fmla="*/ 3166491 w 6095524"/>
                <a:gd name="connsiteY71" fmla="*/ 1366361 h 1424940"/>
                <a:gd name="connsiteX72" fmla="*/ 3155347 w 6095524"/>
                <a:gd name="connsiteY72" fmla="*/ 1366742 h 1424940"/>
                <a:gd name="connsiteX73" fmla="*/ 3142869 w 6095524"/>
                <a:gd name="connsiteY73" fmla="*/ 1367409 h 1424940"/>
                <a:gd name="connsiteX74" fmla="*/ 3104578 w 6095524"/>
                <a:gd name="connsiteY74" fmla="*/ 1367981 h 1424940"/>
                <a:gd name="connsiteX75" fmla="*/ 3081337 w 6095524"/>
                <a:gd name="connsiteY75" fmla="*/ 1370838 h 1424940"/>
                <a:gd name="connsiteX76" fmla="*/ 3037047 w 6095524"/>
                <a:gd name="connsiteY76" fmla="*/ 1369124 h 1424940"/>
                <a:gd name="connsiteX77" fmla="*/ 3020663 w 6095524"/>
                <a:gd name="connsiteY77" fmla="*/ 1371600 h 1424940"/>
                <a:gd name="connsiteX78" fmla="*/ 2979230 w 6095524"/>
                <a:gd name="connsiteY78" fmla="*/ 1371886 h 1424940"/>
                <a:gd name="connsiteX79" fmla="*/ 2942082 w 6095524"/>
                <a:gd name="connsiteY79" fmla="*/ 1370457 h 1424940"/>
                <a:gd name="connsiteX80" fmla="*/ 2906268 w 6095524"/>
                <a:gd name="connsiteY80" fmla="*/ 1371219 h 1424940"/>
                <a:gd name="connsiteX81" fmla="*/ 2880646 w 6095524"/>
                <a:gd name="connsiteY81" fmla="*/ 1374362 h 1424940"/>
                <a:gd name="connsiteX82" fmla="*/ 2852833 w 6095524"/>
                <a:gd name="connsiteY82" fmla="*/ 1376267 h 1424940"/>
                <a:gd name="connsiteX83" fmla="*/ 2776157 w 6095524"/>
                <a:gd name="connsiteY83" fmla="*/ 1387602 h 1424940"/>
                <a:gd name="connsiteX84" fmla="*/ 2761965 w 6095524"/>
                <a:gd name="connsiteY84" fmla="*/ 1384840 h 1424940"/>
                <a:gd name="connsiteX85" fmla="*/ 2681383 w 6095524"/>
                <a:gd name="connsiteY85" fmla="*/ 1382268 h 1424940"/>
                <a:gd name="connsiteX86" fmla="*/ 2663857 w 6095524"/>
                <a:gd name="connsiteY86" fmla="*/ 1382459 h 1424940"/>
                <a:gd name="connsiteX87" fmla="*/ 2616803 w 6095524"/>
                <a:gd name="connsiteY87" fmla="*/ 1371219 h 1424940"/>
                <a:gd name="connsiteX88" fmla="*/ 2544223 w 6095524"/>
                <a:gd name="connsiteY88" fmla="*/ 1389031 h 1424940"/>
                <a:gd name="connsiteX89" fmla="*/ 2476309 w 6095524"/>
                <a:gd name="connsiteY89" fmla="*/ 1411319 h 1424940"/>
                <a:gd name="connsiteX90" fmla="*/ 2467737 w 6095524"/>
                <a:gd name="connsiteY90" fmla="*/ 1414177 h 1424940"/>
                <a:gd name="connsiteX91" fmla="*/ 2443353 w 6095524"/>
                <a:gd name="connsiteY91" fmla="*/ 1419035 h 1424940"/>
                <a:gd name="connsiteX92" fmla="*/ 2413159 w 6095524"/>
                <a:gd name="connsiteY92" fmla="*/ 1420749 h 1424940"/>
                <a:gd name="connsiteX93" fmla="*/ 2374868 w 6095524"/>
                <a:gd name="connsiteY93" fmla="*/ 1424940 h 1424940"/>
                <a:gd name="connsiteX94" fmla="*/ 2344198 w 6095524"/>
                <a:gd name="connsiteY94" fmla="*/ 1419701 h 1424940"/>
                <a:gd name="connsiteX95" fmla="*/ 2301335 w 6095524"/>
                <a:gd name="connsiteY95" fmla="*/ 1411891 h 1424940"/>
                <a:gd name="connsiteX96" fmla="*/ 2260949 w 6095524"/>
                <a:gd name="connsiteY96" fmla="*/ 1404461 h 1424940"/>
                <a:gd name="connsiteX97" fmla="*/ 2248186 w 6095524"/>
                <a:gd name="connsiteY97" fmla="*/ 1413224 h 1424940"/>
                <a:gd name="connsiteX98" fmla="*/ 2228469 w 6095524"/>
                <a:gd name="connsiteY98" fmla="*/ 1420844 h 1424940"/>
                <a:gd name="connsiteX99" fmla="*/ 2206562 w 6095524"/>
                <a:gd name="connsiteY99" fmla="*/ 1411700 h 1424940"/>
                <a:gd name="connsiteX100" fmla="*/ 2155317 w 6095524"/>
                <a:gd name="connsiteY100" fmla="*/ 1392746 h 1424940"/>
                <a:gd name="connsiteX101" fmla="*/ 2122932 w 6095524"/>
                <a:gd name="connsiteY101" fmla="*/ 1391888 h 1424940"/>
                <a:gd name="connsiteX102" fmla="*/ 2052542 w 6095524"/>
                <a:gd name="connsiteY102" fmla="*/ 1383792 h 1424940"/>
                <a:gd name="connsiteX103" fmla="*/ 2006537 w 6095524"/>
                <a:gd name="connsiteY103" fmla="*/ 1372267 h 1424940"/>
                <a:gd name="connsiteX104" fmla="*/ 1973486 w 6095524"/>
                <a:gd name="connsiteY104" fmla="*/ 1359218 h 1424940"/>
                <a:gd name="connsiteX105" fmla="*/ 1926146 w 6095524"/>
                <a:gd name="connsiteY105" fmla="*/ 1342168 h 1424940"/>
                <a:gd name="connsiteX106" fmla="*/ 1878616 w 6095524"/>
                <a:gd name="connsiteY106" fmla="*/ 1333310 h 1424940"/>
                <a:gd name="connsiteX107" fmla="*/ 1844231 w 6095524"/>
                <a:gd name="connsiteY107" fmla="*/ 1322165 h 1424940"/>
                <a:gd name="connsiteX108" fmla="*/ 1802225 w 6095524"/>
                <a:gd name="connsiteY108" fmla="*/ 1314545 h 1424940"/>
                <a:gd name="connsiteX109" fmla="*/ 1766983 w 6095524"/>
                <a:gd name="connsiteY109" fmla="*/ 1314260 h 1424940"/>
                <a:gd name="connsiteX110" fmla="*/ 1711738 w 6095524"/>
                <a:gd name="connsiteY110" fmla="*/ 1315593 h 1424940"/>
                <a:gd name="connsiteX111" fmla="*/ 1644111 w 6095524"/>
                <a:gd name="connsiteY111" fmla="*/ 1292543 h 1424940"/>
                <a:gd name="connsiteX112" fmla="*/ 1616774 w 6095524"/>
                <a:gd name="connsiteY112" fmla="*/ 1287399 h 1424940"/>
                <a:gd name="connsiteX113" fmla="*/ 1591056 w 6095524"/>
                <a:gd name="connsiteY113" fmla="*/ 1285018 h 1424940"/>
                <a:gd name="connsiteX114" fmla="*/ 1536478 w 6095524"/>
                <a:gd name="connsiteY114" fmla="*/ 1269683 h 1424940"/>
                <a:gd name="connsiteX115" fmla="*/ 1514285 w 6095524"/>
                <a:gd name="connsiteY115" fmla="*/ 1264634 h 1424940"/>
                <a:gd name="connsiteX116" fmla="*/ 1483233 w 6095524"/>
                <a:gd name="connsiteY116" fmla="*/ 1264730 h 1424940"/>
                <a:gd name="connsiteX117" fmla="*/ 1426750 w 6095524"/>
                <a:gd name="connsiteY117" fmla="*/ 1257681 h 1424940"/>
                <a:gd name="connsiteX118" fmla="*/ 1370362 w 6095524"/>
                <a:gd name="connsiteY118" fmla="*/ 1237107 h 1424940"/>
                <a:gd name="connsiteX119" fmla="*/ 1346454 w 6095524"/>
                <a:gd name="connsiteY119" fmla="*/ 1239107 h 1424940"/>
                <a:gd name="connsiteX120" fmla="*/ 1337882 w 6095524"/>
                <a:gd name="connsiteY120" fmla="*/ 1238631 h 1424940"/>
                <a:gd name="connsiteX121" fmla="*/ 1260825 w 6095524"/>
                <a:gd name="connsiteY121" fmla="*/ 1227296 h 1424940"/>
                <a:gd name="connsiteX122" fmla="*/ 1253109 w 6095524"/>
                <a:gd name="connsiteY122" fmla="*/ 1226058 h 1424940"/>
                <a:gd name="connsiteX123" fmla="*/ 1216915 w 6095524"/>
                <a:gd name="connsiteY123" fmla="*/ 1215962 h 1424940"/>
                <a:gd name="connsiteX124" fmla="*/ 1125664 w 6095524"/>
                <a:gd name="connsiteY124" fmla="*/ 1209675 h 1424940"/>
                <a:gd name="connsiteX125" fmla="*/ 1120045 w 6095524"/>
                <a:gd name="connsiteY125" fmla="*/ 1208913 h 1424940"/>
                <a:gd name="connsiteX126" fmla="*/ 1089469 w 6095524"/>
                <a:gd name="connsiteY126" fmla="*/ 1213961 h 1424940"/>
                <a:gd name="connsiteX127" fmla="*/ 1074325 w 6095524"/>
                <a:gd name="connsiteY127" fmla="*/ 1221105 h 1424940"/>
                <a:gd name="connsiteX128" fmla="*/ 1050703 w 6095524"/>
                <a:gd name="connsiteY128" fmla="*/ 1228535 h 1424940"/>
                <a:gd name="connsiteX129" fmla="*/ 1026700 w 6095524"/>
                <a:gd name="connsiteY129" fmla="*/ 1231297 h 1424940"/>
                <a:gd name="connsiteX130" fmla="*/ 986409 w 6095524"/>
                <a:gd name="connsiteY130" fmla="*/ 1220057 h 1424940"/>
                <a:gd name="connsiteX131" fmla="*/ 971741 w 6095524"/>
                <a:gd name="connsiteY131" fmla="*/ 1218914 h 1424940"/>
                <a:gd name="connsiteX132" fmla="*/ 939070 w 6095524"/>
                <a:gd name="connsiteY132" fmla="*/ 1213485 h 1424940"/>
                <a:gd name="connsiteX133" fmla="*/ 910495 w 6095524"/>
                <a:gd name="connsiteY133" fmla="*/ 1213866 h 1424940"/>
                <a:gd name="connsiteX134" fmla="*/ 887540 w 6095524"/>
                <a:gd name="connsiteY134" fmla="*/ 1222534 h 1424940"/>
                <a:gd name="connsiteX135" fmla="*/ 854202 w 6095524"/>
                <a:gd name="connsiteY135" fmla="*/ 1224248 h 1424940"/>
                <a:gd name="connsiteX136" fmla="*/ 832675 w 6095524"/>
                <a:gd name="connsiteY136" fmla="*/ 1217962 h 1424940"/>
                <a:gd name="connsiteX137" fmla="*/ 828294 w 6095524"/>
                <a:gd name="connsiteY137" fmla="*/ 1217105 h 1424940"/>
                <a:gd name="connsiteX138" fmla="*/ 772001 w 6095524"/>
                <a:gd name="connsiteY138" fmla="*/ 1216723 h 1424940"/>
                <a:gd name="connsiteX139" fmla="*/ 701707 w 6095524"/>
                <a:gd name="connsiteY139" fmla="*/ 1235678 h 1424940"/>
                <a:gd name="connsiteX140" fmla="*/ 690086 w 6095524"/>
                <a:gd name="connsiteY140" fmla="*/ 1239679 h 1424940"/>
                <a:gd name="connsiteX141" fmla="*/ 633412 w 6095524"/>
                <a:gd name="connsiteY141" fmla="*/ 1246632 h 1424940"/>
                <a:gd name="connsiteX142" fmla="*/ 603028 w 6095524"/>
                <a:gd name="connsiteY142" fmla="*/ 1253681 h 1424940"/>
                <a:gd name="connsiteX143" fmla="*/ 581120 w 6095524"/>
                <a:gd name="connsiteY143" fmla="*/ 1254062 h 1424940"/>
                <a:gd name="connsiteX144" fmla="*/ 554642 w 6095524"/>
                <a:gd name="connsiteY144" fmla="*/ 1266539 h 1424940"/>
                <a:gd name="connsiteX145" fmla="*/ 545973 w 6095524"/>
                <a:gd name="connsiteY145" fmla="*/ 1271969 h 1424940"/>
                <a:gd name="connsiteX146" fmla="*/ 535591 w 6095524"/>
                <a:gd name="connsiteY146" fmla="*/ 1275207 h 1424940"/>
                <a:gd name="connsiteX147" fmla="*/ 488538 w 6095524"/>
                <a:gd name="connsiteY147" fmla="*/ 1285494 h 1424940"/>
                <a:gd name="connsiteX148" fmla="*/ 480155 w 6095524"/>
                <a:gd name="connsiteY148" fmla="*/ 1291304 h 1424940"/>
                <a:gd name="connsiteX149" fmla="*/ 474535 w 6095524"/>
                <a:gd name="connsiteY149" fmla="*/ 1294924 h 1424940"/>
                <a:gd name="connsiteX150" fmla="*/ 428816 w 6095524"/>
                <a:gd name="connsiteY150" fmla="*/ 1301020 h 1424940"/>
                <a:gd name="connsiteX151" fmla="*/ 400241 w 6095524"/>
                <a:gd name="connsiteY151" fmla="*/ 1318260 h 1424940"/>
                <a:gd name="connsiteX152" fmla="*/ 392431 w 6095524"/>
                <a:gd name="connsiteY152" fmla="*/ 1325594 h 1424940"/>
                <a:gd name="connsiteX153" fmla="*/ 365093 w 6095524"/>
                <a:gd name="connsiteY153" fmla="*/ 1336643 h 1424940"/>
                <a:gd name="connsiteX154" fmla="*/ 273177 w 6095524"/>
                <a:gd name="connsiteY154" fmla="*/ 1357884 h 1424940"/>
                <a:gd name="connsiteX155" fmla="*/ 246888 w 6095524"/>
                <a:gd name="connsiteY155" fmla="*/ 1350359 h 1424940"/>
                <a:gd name="connsiteX156" fmla="*/ 196977 w 6095524"/>
                <a:gd name="connsiteY156" fmla="*/ 1370552 h 1424940"/>
                <a:gd name="connsiteX157" fmla="*/ 153352 w 6095524"/>
                <a:gd name="connsiteY157" fmla="*/ 1381982 h 1424940"/>
                <a:gd name="connsiteX158" fmla="*/ 137160 w 6095524"/>
                <a:gd name="connsiteY158" fmla="*/ 1384745 h 1424940"/>
                <a:gd name="connsiteX159" fmla="*/ 85917 w 6095524"/>
                <a:gd name="connsiteY159" fmla="*/ 1389793 h 1424940"/>
                <a:gd name="connsiteX160" fmla="*/ 59532 w 6095524"/>
                <a:gd name="connsiteY160" fmla="*/ 1401223 h 1424940"/>
                <a:gd name="connsiteX161" fmla="*/ 30325 w 6095524"/>
                <a:gd name="connsiteY161" fmla="*/ 1409974 h 1424940"/>
                <a:gd name="connsiteX162" fmla="*/ 0 w 6095524"/>
                <a:gd name="connsiteY162" fmla="*/ 1412360 h 1424940"/>
                <a:gd name="connsiteX163" fmla="*/ 0 w 6095524"/>
                <a:gd name="connsiteY163" fmla="*/ 1058622 h 1424940"/>
                <a:gd name="connsiteX164" fmla="*/ 17145 w 6095524"/>
                <a:gd name="connsiteY164" fmla="*/ 1060228 h 1424940"/>
                <a:gd name="connsiteX165" fmla="*/ 44672 w 6095524"/>
                <a:gd name="connsiteY165" fmla="*/ 1066324 h 1424940"/>
                <a:gd name="connsiteX166" fmla="*/ 84677 w 6095524"/>
                <a:gd name="connsiteY166" fmla="*/ 1076230 h 1424940"/>
                <a:gd name="connsiteX167" fmla="*/ 132017 w 6095524"/>
                <a:gd name="connsiteY167" fmla="*/ 1064990 h 1424940"/>
                <a:gd name="connsiteX168" fmla="*/ 136779 w 6095524"/>
                <a:gd name="connsiteY168" fmla="*/ 1060323 h 1424940"/>
                <a:gd name="connsiteX169" fmla="*/ 187547 w 6095524"/>
                <a:gd name="connsiteY169" fmla="*/ 1049179 h 1424940"/>
                <a:gd name="connsiteX170" fmla="*/ 270891 w 6095524"/>
                <a:gd name="connsiteY170" fmla="*/ 1036415 h 1424940"/>
                <a:gd name="connsiteX171" fmla="*/ 276320 w 6095524"/>
                <a:gd name="connsiteY171" fmla="*/ 1035558 h 1424940"/>
                <a:gd name="connsiteX172" fmla="*/ 323755 w 6095524"/>
                <a:gd name="connsiteY172" fmla="*/ 1061561 h 1424940"/>
                <a:gd name="connsiteX173" fmla="*/ 361855 w 6095524"/>
                <a:gd name="connsiteY173" fmla="*/ 1057942 h 1424940"/>
                <a:gd name="connsiteX174" fmla="*/ 379571 w 6095524"/>
                <a:gd name="connsiteY174" fmla="*/ 1039939 h 1424940"/>
                <a:gd name="connsiteX175" fmla="*/ 430530 w 6095524"/>
                <a:gd name="connsiteY175" fmla="*/ 1025747 h 1424940"/>
                <a:gd name="connsiteX176" fmla="*/ 493300 w 6095524"/>
                <a:gd name="connsiteY176" fmla="*/ 1027176 h 1424940"/>
                <a:gd name="connsiteX177" fmla="*/ 537782 w 6095524"/>
                <a:gd name="connsiteY177" fmla="*/ 1025366 h 1424940"/>
                <a:gd name="connsiteX178" fmla="*/ 562166 w 6095524"/>
                <a:gd name="connsiteY178" fmla="*/ 1015746 h 1424940"/>
                <a:gd name="connsiteX179" fmla="*/ 579596 w 6095524"/>
                <a:gd name="connsiteY179" fmla="*/ 1016699 h 1424940"/>
                <a:gd name="connsiteX180" fmla="*/ 612362 w 6095524"/>
                <a:gd name="connsiteY180" fmla="*/ 1023557 h 1424940"/>
                <a:gd name="connsiteX181" fmla="*/ 716090 w 6095524"/>
                <a:gd name="connsiteY181" fmla="*/ 1031653 h 1424940"/>
                <a:gd name="connsiteX182" fmla="*/ 758381 w 6095524"/>
                <a:gd name="connsiteY182" fmla="*/ 1018985 h 1424940"/>
                <a:gd name="connsiteX183" fmla="*/ 771049 w 6095524"/>
                <a:gd name="connsiteY183" fmla="*/ 1018699 h 1424940"/>
                <a:gd name="connsiteX184" fmla="*/ 799433 w 6095524"/>
                <a:gd name="connsiteY184" fmla="*/ 1023652 h 1424940"/>
                <a:gd name="connsiteX185" fmla="*/ 858012 w 6095524"/>
                <a:gd name="connsiteY185" fmla="*/ 1020318 h 1424940"/>
                <a:gd name="connsiteX186" fmla="*/ 879634 w 6095524"/>
                <a:gd name="connsiteY186" fmla="*/ 1015270 h 1424940"/>
                <a:gd name="connsiteX187" fmla="*/ 891635 w 6095524"/>
                <a:gd name="connsiteY187" fmla="*/ 1012031 h 1424940"/>
                <a:gd name="connsiteX188" fmla="*/ 953262 w 6095524"/>
                <a:gd name="connsiteY188" fmla="*/ 1003078 h 1424940"/>
                <a:gd name="connsiteX189" fmla="*/ 980694 w 6095524"/>
                <a:gd name="connsiteY189" fmla="*/ 993458 h 1424940"/>
                <a:gd name="connsiteX190" fmla="*/ 988124 w 6095524"/>
                <a:gd name="connsiteY190" fmla="*/ 992029 h 1424940"/>
                <a:gd name="connsiteX191" fmla="*/ 1028795 w 6095524"/>
                <a:gd name="connsiteY191" fmla="*/ 996029 h 1424940"/>
                <a:gd name="connsiteX192" fmla="*/ 1059275 w 6095524"/>
                <a:gd name="connsiteY192" fmla="*/ 1011555 h 1424940"/>
                <a:gd name="connsiteX193" fmla="*/ 1065181 w 6095524"/>
                <a:gd name="connsiteY193" fmla="*/ 1016794 h 1424940"/>
                <a:gd name="connsiteX194" fmla="*/ 1150144 w 6095524"/>
                <a:gd name="connsiteY194" fmla="*/ 1014984 h 1424940"/>
                <a:gd name="connsiteX195" fmla="*/ 1163193 w 6095524"/>
                <a:gd name="connsiteY195" fmla="*/ 1012793 h 1424940"/>
                <a:gd name="connsiteX196" fmla="*/ 1226249 w 6095524"/>
                <a:gd name="connsiteY196" fmla="*/ 1021937 h 1424940"/>
                <a:gd name="connsiteX197" fmla="*/ 1244632 w 6095524"/>
                <a:gd name="connsiteY197" fmla="*/ 1023747 h 1424940"/>
                <a:gd name="connsiteX198" fmla="*/ 1310545 w 6095524"/>
                <a:gd name="connsiteY198" fmla="*/ 1031939 h 1424940"/>
                <a:gd name="connsiteX199" fmla="*/ 1319879 w 6095524"/>
                <a:gd name="connsiteY199" fmla="*/ 1024319 h 1424940"/>
                <a:gd name="connsiteX200" fmla="*/ 1346740 w 6095524"/>
                <a:gd name="connsiteY200" fmla="*/ 1005173 h 1424940"/>
                <a:gd name="connsiteX201" fmla="*/ 1399699 w 6095524"/>
                <a:gd name="connsiteY201" fmla="*/ 988219 h 1424940"/>
                <a:gd name="connsiteX202" fmla="*/ 1414082 w 6095524"/>
                <a:gd name="connsiteY202" fmla="*/ 989171 h 1424940"/>
                <a:gd name="connsiteX203" fmla="*/ 1450467 w 6095524"/>
                <a:gd name="connsiteY203" fmla="*/ 1017461 h 1424940"/>
                <a:gd name="connsiteX204" fmla="*/ 1468184 w 6095524"/>
                <a:gd name="connsiteY204" fmla="*/ 1028795 h 1424940"/>
                <a:gd name="connsiteX205" fmla="*/ 1518476 w 6095524"/>
                <a:gd name="connsiteY205" fmla="*/ 1049655 h 1424940"/>
                <a:gd name="connsiteX206" fmla="*/ 1522667 w 6095524"/>
                <a:gd name="connsiteY206" fmla="*/ 1053465 h 1424940"/>
                <a:gd name="connsiteX207" fmla="*/ 1559814 w 6095524"/>
                <a:gd name="connsiteY207" fmla="*/ 1098709 h 1424940"/>
                <a:gd name="connsiteX208" fmla="*/ 1568196 w 6095524"/>
                <a:gd name="connsiteY208" fmla="*/ 1106424 h 1424940"/>
                <a:gd name="connsiteX209" fmla="*/ 1578293 w 6095524"/>
                <a:gd name="connsiteY209" fmla="*/ 1118426 h 1424940"/>
                <a:gd name="connsiteX210" fmla="*/ 1609820 w 6095524"/>
                <a:gd name="connsiteY210" fmla="*/ 1141667 h 1424940"/>
                <a:gd name="connsiteX211" fmla="*/ 1648873 w 6095524"/>
                <a:gd name="connsiteY211" fmla="*/ 1149096 h 1424940"/>
                <a:gd name="connsiteX212" fmla="*/ 1696022 w 6095524"/>
                <a:gd name="connsiteY212" fmla="*/ 1160431 h 1424940"/>
                <a:gd name="connsiteX213" fmla="*/ 1715739 w 6095524"/>
                <a:gd name="connsiteY213" fmla="*/ 1168051 h 1424940"/>
                <a:gd name="connsiteX214" fmla="*/ 1768602 w 6095524"/>
                <a:gd name="connsiteY214" fmla="*/ 1182529 h 1424940"/>
                <a:gd name="connsiteX215" fmla="*/ 1806321 w 6095524"/>
                <a:gd name="connsiteY215" fmla="*/ 1194721 h 1424940"/>
                <a:gd name="connsiteX216" fmla="*/ 1860709 w 6095524"/>
                <a:gd name="connsiteY216" fmla="*/ 1201865 h 1424940"/>
                <a:gd name="connsiteX217" fmla="*/ 1887093 w 6095524"/>
                <a:gd name="connsiteY217" fmla="*/ 1202150 h 1424940"/>
                <a:gd name="connsiteX218" fmla="*/ 1935575 w 6095524"/>
                <a:gd name="connsiteY218" fmla="*/ 1238726 h 1424940"/>
                <a:gd name="connsiteX219" fmla="*/ 1974247 w 6095524"/>
                <a:gd name="connsiteY219" fmla="*/ 1262920 h 1424940"/>
                <a:gd name="connsiteX220" fmla="*/ 2014919 w 6095524"/>
                <a:gd name="connsiteY220" fmla="*/ 1251204 h 1424940"/>
                <a:gd name="connsiteX221" fmla="*/ 2025968 w 6095524"/>
                <a:gd name="connsiteY221" fmla="*/ 1240155 h 1424940"/>
                <a:gd name="connsiteX222" fmla="*/ 2092643 w 6095524"/>
                <a:gd name="connsiteY222" fmla="*/ 1229678 h 1424940"/>
                <a:gd name="connsiteX223" fmla="*/ 2187893 w 6095524"/>
                <a:gd name="connsiteY223" fmla="*/ 1229297 h 1424940"/>
                <a:gd name="connsiteX224" fmla="*/ 2346294 w 6095524"/>
                <a:gd name="connsiteY224" fmla="*/ 1205484 h 1424940"/>
                <a:gd name="connsiteX225" fmla="*/ 2373916 w 6095524"/>
                <a:gd name="connsiteY225" fmla="*/ 1194435 h 1424940"/>
                <a:gd name="connsiteX226" fmla="*/ 2404967 w 6095524"/>
                <a:gd name="connsiteY226" fmla="*/ 1191673 h 1424940"/>
                <a:gd name="connsiteX227" fmla="*/ 2416874 w 6095524"/>
                <a:gd name="connsiteY227" fmla="*/ 1198436 h 1424940"/>
                <a:gd name="connsiteX228" fmla="*/ 2468975 w 6095524"/>
                <a:gd name="connsiteY228" fmla="*/ 1208532 h 1424940"/>
                <a:gd name="connsiteX229" fmla="*/ 2478882 w 6095524"/>
                <a:gd name="connsiteY229" fmla="*/ 1208723 h 1424940"/>
                <a:gd name="connsiteX230" fmla="*/ 2512791 w 6095524"/>
                <a:gd name="connsiteY230" fmla="*/ 1204436 h 1424940"/>
                <a:gd name="connsiteX231" fmla="*/ 2544223 w 6095524"/>
                <a:gd name="connsiteY231" fmla="*/ 1201960 h 1424940"/>
                <a:gd name="connsiteX232" fmla="*/ 2623471 w 6095524"/>
                <a:gd name="connsiteY232" fmla="*/ 1210056 h 1424940"/>
                <a:gd name="connsiteX233" fmla="*/ 2684241 w 6095524"/>
                <a:gd name="connsiteY233" fmla="*/ 1208151 h 1424940"/>
                <a:gd name="connsiteX234" fmla="*/ 2712244 w 6095524"/>
                <a:gd name="connsiteY234" fmla="*/ 1210056 h 1424940"/>
                <a:gd name="connsiteX235" fmla="*/ 2728055 w 6095524"/>
                <a:gd name="connsiteY235" fmla="*/ 1212914 h 1424940"/>
                <a:gd name="connsiteX236" fmla="*/ 2763869 w 6095524"/>
                <a:gd name="connsiteY236" fmla="*/ 1232821 h 1424940"/>
                <a:gd name="connsiteX237" fmla="*/ 2783491 w 6095524"/>
                <a:gd name="connsiteY237" fmla="*/ 1237298 h 1424940"/>
                <a:gd name="connsiteX238" fmla="*/ 2842546 w 6095524"/>
                <a:gd name="connsiteY238" fmla="*/ 1236917 h 1424940"/>
                <a:gd name="connsiteX239" fmla="*/ 2931128 w 6095524"/>
                <a:gd name="connsiteY239" fmla="*/ 1206913 h 1424940"/>
                <a:gd name="connsiteX240" fmla="*/ 2940368 w 6095524"/>
                <a:gd name="connsiteY240" fmla="*/ 1202912 h 1424940"/>
                <a:gd name="connsiteX241" fmla="*/ 2985421 w 6095524"/>
                <a:gd name="connsiteY241" fmla="*/ 1197959 h 1424940"/>
                <a:gd name="connsiteX242" fmla="*/ 3015996 w 6095524"/>
                <a:gd name="connsiteY242" fmla="*/ 1204722 h 1424940"/>
                <a:gd name="connsiteX243" fmla="*/ 3057621 w 6095524"/>
                <a:gd name="connsiteY243" fmla="*/ 1218724 h 1424940"/>
                <a:gd name="connsiteX244" fmla="*/ 3095054 w 6095524"/>
                <a:gd name="connsiteY244" fmla="*/ 1230440 h 1424940"/>
                <a:gd name="connsiteX245" fmla="*/ 3122295 w 6095524"/>
                <a:gd name="connsiteY245" fmla="*/ 1243679 h 1424940"/>
                <a:gd name="connsiteX246" fmla="*/ 3184589 w 6095524"/>
                <a:gd name="connsiteY246" fmla="*/ 1253395 h 1424940"/>
                <a:gd name="connsiteX247" fmla="*/ 3191066 w 6095524"/>
                <a:gd name="connsiteY247" fmla="*/ 1255014 h 1424940"/>
                <a:gd name="connsiteX248" fmla="*/ 3237929 w 6095524"/>
                <a:gd name="connsiteY248" fmla="*/ 1243203 h 1424940"/>
                <a:gd name="connsiteX249" fmla="*/ 3294221 w 6095524"/>
                <a:gd name="connsiteY249" fmla="*/ 1231202 h 1424940"/>
                <a:gd name="connsiteX250" fmla="*/ 3314319 w 6095524"/>
                <a:gd name="connsiteY250" fmla="*/ 1235297 h 1424940"/>
                <a:gd name="connsiteX251" fmla="*/ 3341846 w 6095524"/>
                <a:gd name="connsiteY251" fmla="*/ 1241108 h 1424940"/>
                <a:gd name="connsiteX252" fmla="*/ 3367373 w 6095524"/>
                <a:gd name="connsiteY252" fmla="*/ 1238060 h 1424940"/>
                <a:gd name="connsiteX253" fmla="*/ 3382899 w 6095524"/>
                <a:gd name="connsiteY253" fmla="*/ 1237774 h 1424940"/>
                <a:gd name="connsiteX254" fmla="*/ 3453765 w 6095524"/>
                <a:gd name="connsiteY254" fmla="*/ 1273397 h 1424940"/>
                <a:gd name="connsiteX255" fmla="*/ 3471767 w 6095524"/>
                <a:gd name="connsiteY255" fmla="*/ 1276350 h 1424940"/>
                <a:gd name="connsiteX256" fmla="*/ 3481959 w 6095524"/>
                <a:gd name="connsiteY256" fmla="*/ 1280732 h 1424940"/>
                <a:gd name="connsiteX257" fmla="*/ 3543396 w 6095524"/>
                <a:gd name="connsiteY257" fmla="*/ 1324928 h 1424940"/>
                <a:gd name="connsiteX258" fmla="*/ 3569494 w 6095524"/>
                <a:gd name="connsiteY258" fmla="*/ 1333881 h 1424940"/>
                <a:gd name="connsiteX259" fmla="*/ 3598164 w 6095524"/>
                <a:gd name="connsiteY259" fmla="*/ 1332071 h 1424940"/>
                <a:gd name="connsiteX260" fmla="*/ 3614738 w 6095524"/>
                <a:gd name="connsiteY260" fmla="*/ 1328833 h 1424940"/>
                <a:gd name="connsiteX261" fmla="*/ 3655886 w 6095524"/>
                <a:gd name="connsiteY261" fmla="*/ 1300734 h 1424940"/>
                <a:gd name="connsiteX262" fmla="*/ 3679317 w 6095524"/>
                <a:gd name="connsiteY262" fmla="*/ 1301687 h 1424940"/>
                <a:gd name="connsiteX263" fmla="*/ 3715893 w 6095524"/>
                <a:gd name="connsiteY263" fmla="*/ 1321022 h 1424940"/>
                <a:gd name="connsiteX264" fmla="*/ 3782282 w 6095524"/>
                <a:gd name="connsiteY264" fmla="*/ 1329690 h 1424940"/>
                <a:gd name="connsiteX265" fmla="*/ 3816001 w 6095524"/>
                <a:gd name="connsiteY265" fmla="*/ 1302639 h 1424940"/>
                <a:gd name="connsiteX266" fmla="*/ 3833431 w 6095524"/>
                <a:gd name="connsiteY266" fmla="*/ 1276636 h 1424940"/>
                <a:gd name="connsiteX267" fmla="*/ 3883819 w 6095524"/>
                <a:gd name="connsiteY267" fmla="*/ 1246442 h 1424940"/>
                <a:gd name="connsiteX268" fmla="*/ 3895821 w 6095524"/>
                <a:gd name="connsiteY268" fmla="*/ 1257681 h 1424940"/>
                <a:gd name="connsiteX269" fmla="*/ 3932778 w 6095524"/>
                <a:gd name="connsiteY269" fmla="*/ 1262444 h 1424940"/>
                <a:gd name="connsiteX270" fmla="*/ 3972782 w 6095524"/>
                <a:gd name="connsiteY270" fmla="*/ 1262063 h 1424940"/>
                <a:gd name="connsiteX271" fmla="*/ 4042505 w 6095524"/>
                <a:gd name="connsiteY271" fmla="*/ 1267111 h 1424940"/>
                <a:gd name="connsiteX272" fmla="*/ 4088892 w 6095524"/>
                <a:gd name="connsiteY272" fmla="*/ 1238250 h 1424940"/>
                <a:gd name="connsiteX273" fmla="*/ 4106609 w 6095524"/>
                <a:gd name="connsiteY273" fmla="*/ 1226344 h 1424940"/>
                <a:gd name="connsiteX274" fmla="*/ 4123182 w 6095524"/>
                <a:gd name="connsiteY274" fmla="*/ 1218724 h 1424940"/>
                <a:gd name="connsiteX275" fmla="*/ 4142328 w 6095524"/>
                <a:gd name="connsiteY275" fmla="*/ 1214438 h 1424940"/>
                <a:gd name="connsiteX276" fmla="*/ 4188524 w 6095524"/>
                <a:gd name="connsiteY276" fmla="*/ 1198245 h 1424940"/>
                <a:gd name="connsiteX277" fmla="*/ 4213860 w 6095524"/>
                <a:gd name="connsiteY277" fmla="*/ 1182338 h 1424940"/>
                <a:gd name="connsiteX278" fmla="*/ 4270820 w 6095524"/>
                <a:gd name="connsiteY278" fmla="*/ 1167003 h 1424940"/>
                <a:gd name="connsiteX279" fmla="*/ 4309587 w 6095524"/>
                <a:gd name="connsiteY279" fmla="*/ 1153287 h 1424940"/>
                <a:gd name="connsiteX280" fmla="*/ 4350449 w 6095524"/>
                <a:gd name="connsiteY280" fmla="*/ 1129665 h 1424940"/>
                <a:gd name="connsiteX281" fmla="*/ 4356164 w 6095524"/>
                <a:gd name="connsiteY281" fmla="*/ 1126046 h 1424940"/>
                <a:gd name="connsiteX282" fmla="*/ 4369880 w 6095524"/>
                <a:gd name="connsiteY282" fmla="*/ 1110520 h 1424940"/>
                <a:gd name="connsiteX283" fmla="*/ 4389787 w 6095524"/>
                <a:gd name="connsiteY283" fmla="*/ 1057085 h 1424940"/>
                <a:gd name="connsiteX284" fmla="*/ 4395502 w 6095524"/>
                <a:gd name="connsiteY284" fmla="*/ 1046226 h 1424940"/>
                <a:gd name="connsiteX285" fmla="*/ 4447413 w 6095524"/>
                <a:gd name="connsiteY285" fmla="*/ 1009650 h 1424940"/>
                <a:gd name="connsiteX286" fmla="*/ 4466654 w 6095524"/>
                <a:gd name="connsiteY286" fmla="*/ 1013079 h 1424940"/>
                <a:gd name="connsiteX287" fmla="*/ 4487894 w 6095524"/>
                <a:gd name="connsiteY287" fmla="*/ 1025081 h 1424940"/>
                <a:gd name="connsiteX288" fmla="*/ 4534472 w 6095524"/>
                <a:gd name="connsiteY288" fmla="*/ 1028224 h 1424940"/>
                <a:gd name="connsiteX289" fmla="*/ 4551903 w 6095524"/>
                <a:gd name="connsiteY289" fmla="*/ 1022033 h 1424940"/>
                <a:gd name="connsiteX290" fmla="*/ 4582382 w 6095524"/>
                <a:gd name="connsiteY290" fmla="*/ 1005364 h 1424940"/>
                <a:gd name="connsiteX291" fmla="*/ 4605909 w 6095524"/>
                <a:gd name="connsiteY291" fmla="*/ 979551 h 1424940"/>
                <a:gd name="connsiteX292" fmla="*/ 4640104 w 6095524"/>
                <a:gd name="connsiteY292" fmla="*/ 936879 h 1424940"/>
                <a:gd name="connsiteX293" fmla="*/ 4705731 w 6095524"/>
                <a:gd name="connsiteY293" fmla="*/ 920591 h 1424940"/>
                <a:gd name="connsiteX294" fmla="*/ 4730973 w 6095524"/>
                <a:gd name="connsiteY294" fmla="*/ 915162 h 1424940"/>
                <a:gd name="connsiteX295" fmla="*/ 4822794 w 6095524"/>
                <a:gd name="connsiteY295" fmla="*/ 892397 h 1424940"/>
                <a:gd name="connsiteX296" fmla="*/ 4830794 w 6095524"/>
                <a:gd name="connsiteY296" fmla="*/ 891635 h 1424940"/>
                <a:gd name="connsiteX297" fmla="*/ 4894421 w 6095524"/>
                <a:gd name="connsiteY297" fmla="*/ 865442 h 1424940"/>
                <a:gd name="connsiteX298" fmla="*/ 4909756 w 6095524"/>
                <a:gd name="connsiteY298" fmla="*/ 858964 h 1424940"/>
                <a:gd name="connsiteX299" fmla="*/ 4928521 w 6095524"/>
                <a:gd name="connsiteY299" fmla="*/ 842391 h 1424940"/>
                <a:gd name="connsiteX300" fmla="*/ 4945857 w 6095524"/>
                <a:gd name="connsiteY300" fmla="*/ 795623 h 1424940"/>
                <a:gd name="connsiteX301" fmla="*/ 4966145 w 6095524"/>
                <a:gd name="connsiteY301" fmla="*/ 774287 h 1424940"/>
                <a:gd name="connsiteX302" fmla="*/ 4980909 w 6095524"/>
                <a:gd name="connsiteY302" fmla="*/ 761333 h 1424940"/>
                <a:gd name="connsiteX303" fmla="*/ 4993862 w 6095524"/>
                <a:gd name="connsiteY303" fmla="*/ 741712 h 1424940"/>
                <a:gd name="connsiteX304" fmla="*/ 5006816 w 6095524"/>
                <a:gd name="connsiteY304" fmla="*/ 694754 h 1424940"/>
                <a:gd name="connsiteX305" fmla="*/ 5026724 w 6095524"/>
                <a:gd name="connsiteY305" fmla="*/ 653129 h 1424940"/>
                <a:gd name="connsiteX306" fmla="*/ 5062538 w 6095524"/>
                <a:gd name="connsiteY306" fmla="*/ 630079 h 1424940"/>
                <a:gd name="connsiteX307" fmla="*/ 5084731 w 6095524"/>
                <a:gd name="connsiteY307" fmla="*/ 617982 h 1424940"/>
                <a:gd name="connsiteX308" fmla="*/ 5172647 w 6095524"/>
                <a:gd name="connsiteY308" fmla="*/ 630174 h 1424940"/>
                <a:gd name="connsiteX309" fmla="*/ 5232654 w 6095524"/>
                <a:gd name="connsiteY309" fmla="*/ 642080 h 1424940"/>
                <a:gd name="connsiteX310" fmla="*/ 5252371 w 6095524"/>
                <a:gd name="connsiteY310" fmla="*/ 637508 h 1424940"/>
                <a:gd name="connsiteX311" fmla="*/ 5308092 w 6095524"/>
                <a:gd name="connsiteY311" fmla="*/ 598646 h 1424940"/>
                <a:gd name="connsiteX312" fmla="*/ 5363147 w 6095524"/>
                <a:gd name="connsiteY312" fmla="*/ 581311 h 1424940"/>
                <a:gd name="connsiteX313" fmla="*/ 5404580 w 6095524"/>
                <a:gd name="connsiteY313" fmla="*/ 576358 h 1424940"/>
                <a:gd name="connsiteX314" fmla="*/ 5440203 w 6095524"/>
                <a:gd name="connsiteY314" fmla="*/ 572548 h 1424940"/>
                <a:gd name="connsiteX315" fmla="*/ 5482971 w 6095524"/>
                <a:gd name="connsiteY315" fmla="*/ 561880 h 1424940"/>
                <a:gd name="connsiteX316" fmla="*/ 5507165 w 6095524"/>
                <a:gd name="connsiteY316" fmla="*/ 550259 h 1424940"/>
                <a:gd name="connsiteX317" fmla="*/ 5545645 w 6095524"/>
                <a:gd name="connsiteY317" fmla="*/ 533591 h 1424940"/>
                <a:gd name="connsiteX318" fmla="*/ 5585079 w 6095524"/>
                <a:gd name="connsiteY318" fmla="*/ 511969 h 1424940"/>
                <a:gd name="connsiteX319" fmla="*/ 5615368 w 6095524"/>
                <a:gd name="connsiteY319" fmla="*/ 481679 h 1424940"/>
                <a:gd name="connsiteX320" fmla="*/ 5631656 w 6095524"/>
                <a:gd name="connsiteY320" fmla="*/ 456152 h 1424940"/>
                <a:gd name="connsiteX321" fmla="*/ 5679377 w 6095524"/>
                <a:gd name="connsiteY321" fmla="*/ 419576 h 1424940"/>
                <a:gd name="connsiteX322" fmla="*/ 5722525 w 6095524"/>
                <a:gd name="connsiteY322" fmla="*/ 350615 h 1424940"/>
                <a:gd name="connsiteX323" fmla="*/ 5749576 w 6095524"/>
                <a:gd name="connsiteY323" fmla="*/ 321945 h 1424940"/>
                <a:gd name="connsiteX324" fmla="*/ 5764911 w 6095524"/>
                <a:gd name="connsiteY324" fmla="*/ 313849 h 1424940"/>
                <a:gd name="connsiteX325" fmla="*/ 5791009 w 6095524"/>
                <a:gd name="connsiteY325" fmla="*/ 293942 h 1424940"/>
                <a:gd name="connsiteX326" fmla="*/ 5806440 w 6095524"/>
                <a:gd name="connsiteY326" fmla="*/ 279178 h 1424940"/>
                <a:gd name="connsiteX327" fmla="*/ 5848636 w 6095524"/>
                <a:gd name="connsiteY327" fmla="*/ 224885 h 1424940"/>
                <a:gd name="connsiteX328" fmla="*/ 5861590 w 6095524"/>
                <a:gd name="connsiteY328" fmla="*/ 208788 h 1424940"/>
                <a:gd name="connsiteX329" fmla="*/ 5888355 w 6095524"/>
                <a:gd name="connsiteY329" fmla="*/ 181166 h 1424940"/>
                <a:gd name="connsiteX330" fmla="*/ 5900071 w 6095524"/>
                <a:gd name="connsiteY330" fmla="*/ 172784 h 1424940"/>
                <a:gd name="connsiteX331" fmla="*/ 5920740 w 6095524"/>
                <a:gd name="connsiteY331" fmla="*/ 150305 h 1424940"/>
                <a:gd name="connsiteX332" fmla="*/ 5969985 w 6095524"/>
                <a:gd name="connsiteY332" fmla="*/ 91345 h 1424940"/>
                <a:gd name="connsiteX333" fmla="*/ 5991130 w 6095524"/>
                <a:gd name="connsiteY333" fmla="*/ 58293 h 1424940"/>
                <a:gd name="connsiteX334" fmla="*/ 6033325 w 6095524"/>
                <a:gd name="connsiteY334" fmla="*/ 33909 h 1424940"/>
                <a:gd name="connsiteX335" fmla="*/ 6054376 w 6095524"/>
                <a:gd name="connsiteY335" fmla="*/ 20955 h 1424940"/>
                <a:gd name="connsiteX336" fmla="*/ 6095524 w 6095524"/>
                <a:gd name="connsiteY336" fmla="*/ 0 h 1424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</a:cxnLst>
              <a:rect l="l" t="t" r="r" b="b"/>
              <a:pathLst>
                <a:path w="6095524" h="1424940">
                  <a:moveTo>
                    <a:pt x="6095524" y="0"/>
                  </a:moveTo>
                  <a:cubicBezTo>
                    <a:pt x="6095524" y="7811"/>
                    <a:pt x="6095524" y="12573"/>
                    <a:pt x="6095524" y="17431"/>
                  </a:cubicBezTo>
                  <a:lnTo>
                    <a:pt x="6095524" y="216290"/>
                  </a:lnTo>
                  <a:lnTo>
                    <a:pt x="6079998" y="230600"/>
                  </a:lnTo>
                  <a:cubicBezTo>
                    <a:pt x="6058567" y="241363"/>
                    <a:pt x="6035706" y="251079"/>
                    <a:pt x="6012751" y="260699"/>
                  </a:cubicBezTo>
                  <a:cubicBezTo>
                    <a:pt x="6006084" y="263462"/>
                    <a:pt x="5998749" y="264986"/>
                    <a:pt x="5992749" y="268700"/>
                  </a:cubicBezTo>
                  <a:cubicBezTo>
                    <a:pt x="5965126" y="285655"/>
                    <a:pt x="5938361" y="303943"/>
                    <a:pt x="5910358" y="320231"/>
                  </a:cubicBezTo>
                  <a:cubicBezTo>
                    <a:pt x="5881497" y="337090"/>
                    <a:pt x="5855684" y="356997"/>
                    <a:pt x="5835777" y="383953"/>
                  </a:cubicBezTo>
                  <a:cubicBezTo>
                    <a:pt x="5817298" y="409004"/>
                    <a:pt x="5799391" y="434435"/>
                    <a:pt x="5781008" y="459581"/>
                  </a:cubicBezTo>
                  <a:cubicBezTo>
                    <a:pt x="5776341" y="465963"/>
                    <a:pt x="5772054" y="473488"/>
                    <a:pt x="5765673" y="477584"/>
                  </a:cubicBezTo>
                  <a:cubicBezTo>
                    <a:pt x="5752433" y="486156"/>
                    <a:pt x="5737955" y="493109"/>
                    <a:pt x="5723763" y="500158"/>
                  </a:cubicBezTo>
                  <a:cubicBezTo>
                    <a:pt x="5711571" y="506159"/>
                    <a:pt x="5698617" y="510635"/>
                    <a:pt x="5686711" y="517112"/>
                  </a:cubicBezTo>
                  <a:cubicBezTo>
                    <a:pt x="5677186" y="522256"/>
                    <a:pt x="5668708" y="529400"/>
                    <a:pt x="5659850" y="535877"/>
                  </a:cubicBezTo>
                  <a:cubicBezTo>
                    <a:pt x="5652135" y="541496"/>
                    <a:pt x="5643658" y="546354"/>
                    <a:pt x="5637181" y="553117"/>
                  </a:cubicBezTo>
                  <a:cubicBezTo>
                    <a:pt x="5621369" y="569500"/>
                    <a:pt x="5605462" y="585597"/>
                    <a:pt x="5585841" y="597694"/>
                  </a:cubicBezTo>
                  <a:cubicBezTo>
                    <a:pt x="5566505" y="609695"/>
                    <a:pt x="5548217" y="623126"/>
                    <a:pt x="5528977" y="635318"/>
                  </a:cubicBezTo>
                  <a:cubicBezTo>
                    <a:pt x="5510117" y="647224"/>
                    <a:pt x="5493067" y="660273"/>
                    <a:pt x="5483256" y="681419"/>
                  </a:cubicBezTo>
                  <a:cubicBezTo>
                    <a:pt x="5478875" y="690753"/>
                    <a:pt x="5472684" y="700945"/>
                    <a:pt x="5464397" y="706374"/>
                  </a:cubicBezTo>
                  <a:cubicBezTo>
                    <a:pt x="5452586" y="714089"/>
                    <a:pt x="5437632" y="716852"/>
                    <a:pt x="5424773" y="723424"/>
                  </a:cubicBezTo>
                  <a:cubicBezTo>
                    <a:pt x="5409628" y="731139"/>
                    <a:pt x="5392103" y="737807"/>
                    <a:pt x="5381815" y="750094"/>
                  </a:cubicBezTo>
                  <a:cubicBezTo>
                    <a:pt x="5372671" y="761048"/>
                    <a:pt x="5363432" y="769620"/>
                    <a:pt x="5351335" y="776573"/>
                  </a:cubicBezTo>
                  <a:cubicBezTo>
                    <a:pt x="5342858" y="781431"/>
                    <a:pt x="5336572" y="790289"/>
                    <a:pt x="5327809" y="794290"/>
                  </a:cubicBezTo>
                  <a:cubicBezTo>
                    <a:pt x="5316284" y="799624"/>
                    <a:pt x="5304663" y="803815"/>
                    <a:pt x="5294566" y="812102"/>
                  </a:cubicBezTo>
                  <a:cubicBezTo>
                    <a:pt x="5284089" y="820674"/>
                    <a:pt x="5272183" y="827437"/>
                    <a:pt x="5261229" y="835438"/>
                  </a:cubicBezTo>
                  <a:cubicBezTo>
                    <a:pt x="5255419" y="839724"/>
                    <a:pt x="5250656" y="845344"/>
                    <a:pt x="5245037" y="849821"/>
                  </a:cubicBezTo>
                  <a:cubicBezTo>
                    <a:pt x="5234750" y="858012"/>
                    <a:pt x="5224272" y="866013"/>
                    <a:pt x="5213699" y="873728"/>
                  </a:cubicBezTo>
                  <a:cubicBezTo>
                    <a:pt x="5203127" y="881444"/>
                    <a:pt x="5193030" y="890397"/>
                    <a:pt x="5181409" y="896017"/>
                  </a:cubicBezTo>
                  <a:cubicBezTo>
                    <a:pt x="5161598" y="905542"/>
                    <a:pt x="5139976" y="911257"/>
                    <a:pt x="5120735" y="921544"/>
                  </a:cubicBezTo>
                  <a:cubicBezTo>
                    <a:pt x="5101209" y="932021"/>
                    <a:pt x="5082826" y="945166"/>
                    <a:pt x="5065490" y="959072"/>
                  </a:cubicBezTo>
                  <a:cubicBezTo>
                    <a:pt x="5051774" y="970026"/>
                    <a:pt x="5038916" y="980885"/>
                    <a:pt x="5021675" y="986504"/>
                  </a:cubicBezTo>
                  <a:cubicBezTo>
                    <a:pt x="5012055" y="989648"/>
                    <a:pt x="5001959" y="996506"/>
                    <a:pt x="4996148" y="1004507"/>
                  </a:cubicBezTo>
                  <a:cubicBezTo>
                    <a:pt x="4983575" y="1021937"/>
                    <a:pt x="4967478" y="1034225"/>
                    <a:pt x="4949285" y="1044702"/>
                  </a:cubicBezTo>
                  <a:cubicBezTo>
                    <a:pt x="4924996" y="1058799"/>
                    <a:pt x="4900993" y="1073182"/>
                    <a:pt x="4876609" y="1086993"/>
                  </a:cubicBezTo>
                  <a:cubicBezTo>
                    <a:pt x="4862227" y="1095185"/>
                    <a:pt x="4847940" y="1103852"/>
                    <a:pt x="4832699" y="1109853"/>
                  </a:cubicBezTo>
                  <a:cubicBezTo>
                    <a:pt x="4801553" y="1122236"/>
                    <a:pt x="4769644" y="1132808"/>
                    <a:pt x="4738211" y="1144334"/>
                  </a:cubicBezTo>
                  <a:cubicBezTo>
                    <a:pt x="4727924" y="1148048"/>
                    <a:pt x="4718209" y="1153382"/>
                    <a:pt x="4707731" y="1156621"/>
                  </a:cubicBezTo>
                  <a:cubicBezTo>
                    <a:pt x="4696396" y="1160145"/>
                    <a:pt x="4684205" y="1161193"/>
                    <a:pt x="4672870" y="1164717"/>
                  </a:cubicBezTo>
                  <a:cubicBezTo>
                    <a:pt x="4654010" y="1170527"/>
                    <a:pt x="4635722" y="1177957"/>
                    <a:pt x="4616863" y="1183862"/>
                  </a:cubicBezTo>
                  <a:cubicBezTo>
                    <a:pt x="4580477" y="1195197"/>
                    <a:pt x="4543996" y="1206056"/>
                    <a:pt x="4507516" y="1216819"/>
                  </a:cubicBezTo>
                  <a:cubicBezTo>
                    <a:pt x="4499706" y="1219105"/>
                    <a:pt x="4491228" y="1219391"/>
                    <a:pt x="4483513" y="1221867"/>
                  </a:cubicBezTo>
                  <a:cubicBezTo>
                    <a:pt x="4463034" y="1228535"/>
                    <a:pt x="4442650" y="1235773"/>
                    <a:pt x="4422362" y="1243108"/>
                  </a:cubicBezTo>
                  <a:cubicBezTo>
                    <a:pt x="4410075" y="1247585"/>
                    <a:pt x="4398073" y="1253109"/>
                    <a:pt x="4385691" y="1257395"/>
                  </a:cubicBezTo>
                  <a:cubicBezTo>
                    <a:pt x="4375785" y="1260824"/>
                    <a:pt x="4365593" y="1263491"/>
                    <a:pt x="4355306" y="1265587"/>
                  </a:cubicBezTo>
                  <a:cubicBezTo>
                    <a:pt x="4346448" y="1267397"/>
                    <a:pt x="4337209" y="1267206"/>
                    <a:pt x="4328446" y="1269397"/>
                  </a:cubicBezTo>
                  <a:cubicBezTo>
                    <a:pt x="4304728" y="1275302"/>
                    <a:pt x="4281297" y="1281970"/>
                    <a:pt x="4257770" y="1288256"/>
                  </a:cubicBezTo>
                  <a:cubicBezTo>
                    <a:pt x="4248341" y="1290733"/>
                    <a:pt x="4238720" y="1292543"/>
                    <a:pt x="4229576" y="1295686"/>
                  </a:cubicBezTo>
                  <a:cubicBezTo>
                    <a:pt x="4205097" y="1303973"/>
                    <a:pt x="4180999" y="1313402"/>
                    <a:pt x="4156424" y="1321213"/>
                  </a:cubicBezTo>
                  <a:cubicBezTo>
                    <a:pt x="4136041" y="1327690"/>
                    <a:pt x="4115086" y="1332357"/>
                    <a:pt x="4094416" y="1338072"/>
                  </a:cubicBezTo>
                  <a:cubicBezTo>
                    <a:pt x="4085653" y="1340549"/>
                    <a:pt x="4077271" y="1344073"/>
                    <a:pt x="4068509" y="1346168"/>
                  </a:cubicBezTo>
                  <a:cubicBezTo>
                    <a:pt x="4048887" y="1350931"/>
                    <a:pt x="4028980" y="1354931"/>
                    <a:pt x="4009263" y="1359694"/>
                  </a:cubicBezTo>
                  <a:cubicBezTo>
                    <a:pt x="3998023" y="1362456"/>
                    <a:pt x="3987165" y="1367409"/>
                    <a:pt x="3975735" y="1369219"/>
                  </a:cubicBezTo>
                  <a:cubicBezTo>
                    <a:pt x="3948589" y="1373505"/>
                    <a:pt x="3921252" y="1376553"/>
                    <a:pt x="3893915" y="1379982"/>
                  </a:cubicBezTo>
                  <a:cubicBezTo>
                    <a:pt x="3865722" y="1383506"/>
                    <a:pt x="3837623" y="1387221"/>
                    <a:pt x="3809428" y="1390364"/>
                  </a:cubicBezTo>
                  <a:cubicBezTo>
                    <a:pt x="3793998" y="1391984"/>
                    <a:pt x="3778472" y="1392269"/>
                    <a:pt x="3763042" y="1393793"/>
                  </a:cubicBezTo>
                  <a:cubicBezTo>
                    <a:pt x="3749516" y="1395127"/>
                    <a:pt x="3736086" y="1397603"/>
                    <a:pt x="3722561" y="1399223"/>
                  </a:cubicBezTo>
                  <a:cubicBezTo>
                    <a:pt x="3710845" y="1400556"/>
                    <a:pt x="3699034" y="1401318"/>
                    <a:pt x="3687318" y="1402652"/>
                  </a:cubicBezTo>
                  <a:cubicBezTo>
                    <a:pt x="3668554" y="1404842"/>
                    <a:pt x="3649885" y="1407319"/>
                    <a:pt x="3631216" y="1409605"/>
                  </a:cubicBezTo>
                  <a:cubicBezTo>
                    <a:pt x="3623406" y="1410462"/>
                    <a:pt x="3615214" y="1412843"/>
                    <a:pt x="3607880" y="1411415"/>
                  </a:cubicBezTo>
                  <a:cubicBezTo>
                    <a:pt x="3589401" y="1407795"/>
                    <a:pt x="3571208" y="1408843"/>
                    <a:pt x="3552825" y="1411319"/>
                  </a:cubicBezTo>
                  <a:cubicBezTo>
                    <a:pt x="3546539" y="1412177"/>
                    <a:pt x="3539776" y="1411986"/>
                    <a:pt x="3533680" y="1410367"/>
                  </a:cubicBezTo>
                  <a:cubicBezTo>
                    <a:pt x="3521202" y="1407128"/>
                    <a:pt x="3509106" y="1402556"/>
                    <a:pt x="3496818" y="1398556"/>
                  </a:cubicBezTo>
                  <a:cubicBezTo>
                    <a:pt x="3495484" y="1398080"/>
                    <a:pt x="3493865" y="1397984"/>
                    <a:pt x="3492437" y="1397699"/>
                  </a:cubicBezTo>
                  <a:cubicBezTo>
                    <a:pt x="3484340" y="1396079"/>
                    <a:pt x="3476340" y="1394460"/>
                    <a:pt x="3468243" y="1393031"/>
                  </a:cubicBezTo>
                  <a:cubicBezTo>
                    <a:pt x="3463862" y="1392269"/>
                    <a:pt x="3459385" y="1392174"/>
                    <a:pt x="3455003" y="1391507"/>
                  </a:cubicBezTo>
                  <a:cubicBezTo>
                    <a:pt x="3438049" y="1388840"/>
                    <a:pt x="3419380" y="1393317"/>
                    <a:pt x="3404711" y="1381792"/>
                  </a:cubicBezTo>
                  <a:cubicBezTo>
                    <a:pt x="3395186" y="1374362"/>
                    <a:pt x="3385947" y="1376077"/>
                    <a:pt x="3375756" y="1377220"/>
                  </a:cubicBezTo>
                  <a:cubicBezTo>
                    <a:pt x="3368040" y="1378077"/>
                    <a:pt x="3360134" y="1377791"/>
                    <a:pt x="3352324" y="1377887"/>
                  </a:cubicBezTo>
                  <a:cubicBezTo>
                    <a:pt x="3338608" y="1378172"/>
                    <a:pt x="3324892" y="1378268"/>
                    <a:pt x="3311176" y="1378744"/>
                  </a:cubicBezTo>
                  <a:cubicBezTo>
                    <a:pt x="3306794" y="1378934"/>
                    <a:pt x="3302318" y="1381316"/>
                    <a:pt x="3298031" y="1380935"/>
                  </a:cubicBezTo>
                  <a:cubicBezTo>
                    <a:pt x="3278219" y="1379125"/>
                    <a:pt x="3258407" y="1376267"/>
                    <a:pt x="3238595" y="1374648"/>
                  </a:cubicBezTo>
                  <a:cubicBezTo>
                    <a:pt x="3227356" y="1373696"/>
                    <a:pt x="3215830" y="1375505"/>
                    <a:pt x="3204686" y="1374172"/>
                  </a:cubicBezTo>
                  <a:cubicBezTo>
                    <a:pt x="3191828" y="1372648"/>
                    <a:pt x="3179255" y="1368743"/>
                    <a:pt x="3166491" y="1366361"/>
                  </a:cubicBezTo>
                  <a:cubicBezTo>
                    <a:pt x="3162967" y="1365695"/>
                    <a:pt x="3159062" y="1366552"/>
                    <a:pt x="3155347" y="1366742"/>
                  </a:cubicBezTo>
                  <a:cubicBezTo>
                    <a:pt x="3151156" y="1366933"/>
                    <a:pt x="3147060" y="1367314"/>
                    <a:pt x="3142869" y="1367409"/>
                  </a:cubicBezTo>
                  <a:cubicBezTo>
                    <a:pt x="3130105" y="1367600"/>
                    <a:pt x="3117342" y="1367314"/>
                    <a:pt x="3104578" y="1367981"/>
                  </a:cubicBezTo>
                  <a:cubicBezTo>
                    <a:pt x="3096768" y="1368362"/>
                    <a:pt x="3088577" y="1372267"/>
                    <a:pt x="3081337" y="1370838"/>
                  </a:cubicBezTo>
                  <a:cubicBezTo>
                    <a:pt x="3066574" y="1368076"/>
                    <a:pt x="3051810" y="1374267"/>
                    <a:pt x="3037047" y="1369124"/>
                  </a:cubicBezTo>
                  <a:cubicBezTo>
                    <a:pt x="3032474" y="1367600"/>
                    <a:pt x="3026188" y="1371410"/>
                    <a:pt x="3020663" y="1371600"/>
                  </a:cubicBezTo>
                  <a:cubicBezTo>
                    <a:pt x="3006852" y="1372076"/>
                    <a:pt x="2993041" y="1371981"/>
                    <a:pt x="2979230" y="1371886"/>
                  </a:cubicBezTo>
                  <a:cubicBezTo>
                    <a:pt x="2966847" y="1371791"/>
                    <a:pt x="2953988" y="1373124"/>
                    <a:pt x="2942082" y="1370457"/>
                  </a:cubicBezTo>
                  <a:cubicBezTo>
                    <a:pt x="2929604" y="1367600"/>
                    <a:pt x="2918365" y="1367981"/>
                    <a:pt x="2906268" y="1371219"/>
                  </a:cubicBezTo>
                  <a:cubicBezTo>
                    <a:pt x="2897981" y="1373410"/>
                    <a:pt x="2889218" y="1373696"/>
                    <a:pt x="2880646" y="1374362"/>
                  </a:cubicBezTo>
                  <a:cubicBezTo>
                    <a:pt x="2871407" y="1375124"/>
                    <a:pt x="2861215" y="1373124"/>
                    <a:pt x="2852833" y="1376267"/>
                  </a:cubicBezTo>
                  <a:cubicBezTo>
                    <a:pt x="2827877" y="1385602"/>
                    <a:pt x="2802255" y="1387602"/>
                    <a:pt x="2776157" y="1387602"/>
                  </a:cubicBezTo>
                  <a:cubicBezTo>
                    <a:pt x="2771394" y="1387602"/>
                    <a:pt x="2766536" y="1386269"/>
                    <a:pt x="2761965" y="1384840"/>
                  </a:cubicBezTo>
                  <a:cubicBezTo>
                    <a:pt x="2735294" y="1376267"/>
                    <a:pt x="2708529" y="1377029"/>
                    <a:pt x="2681383" y="1382268"/>
                  </a:cubicBezTo>
                  <a:cubicBezTo>
                    <a:pt x="2675763" y="1383411"/>
                    <a:pt x="2669477" y="1383602"/>
                    <a:pt x="2663857" y="1382459"/>
                  </a:cubicBezTo>
                  <a:cubicBezTo>
                    <a:pt x="2648045" y="1379125"/>
                    <a:pt x="2632710" y="1373600"/>
                    <a:pt x="2616803" y="1371219"/>
                  </a:cubicBezTo>
                  <a:cubicBezTo>
                    <a:pt x="2590515" y="1367314"/>
                    <a:pt x="2567750" y="1380458"/>
                    <a:pt x="2544223" y="1389031"/>
                  </a:cubicBezTo>
                  <a:cubicBezTo>
                    <a:pt x="2521839" y="1397127"/>
                    <a:pt x="2502789" y="1415415"/>
                    <a:pt x="2476309" y="1411319"/>
                  </a:cubicBezTo>
                  <a:cubicBezTo>
                    <a:pt x="2473643" y="1410938"/>
                    <a:pt x="2470690" y="1413510"/>
                    <a:pt x="2467737" y="1414177"/>
                  </a:cubicBezTo>
                  <a:cubicBezTo>
                    <a:pt x="2459641" y="1415987"/>
                    <a:pt x="2451545" y="1418177"/>
                    <a:pt x="2443353" y="1419035"/>
                  </a:cubicBezTo>
                  <a:cubicBezTo>
                    <a:pt x="2433352" y="1420178"/>
                    <a:pt x="2423160" y="1419797"/>
                    <a:pt x="2413159" y="1420749"/>
                  </a:cubicBezTo>
                  <a:cubicBezTo>
                    <a:pt x="2400300" y="1421892"/>
                    <a:pt x="2387632" y="1424940"/>
                    <a:pt x="2374868" y="1424940"/>
                  </a:cubicBezTo>
                  <a:cubicBezTo>
                    <a:pt x="2364581" y="1424940"/>
                    <a:pt x="2354389" y="1421416"/>
                    <a:pt x="2344198" y="1419701"/>
                  </a:cubicBezTo>
                  <a:cubicBezTo>
                    <a:pt x="2329815" y="1417320"/>
                    <a:pt x="2314003" y="1417987"/>
                    <a:pt x="2301335" y="1411891"/>
                  </a:cubicBezTo>
                  <a:cubicBezTo>
                    <a:pt x="2287810" y="1405414"/>
                    <a:pt x="2274951" y="1402461"/>
                    <a:pt x="2260949" y="1404461"/>
                  </a:cubicBezTo>
                  <a:cubicBezTo>
                    <a:pt x="2256282" y="1405128"/>
                    <a:pt x="2250281" y="1409129"/>
                    <a:pt x="2248186" y="1413224"/>
                  </a:cubicBezTo>
                  <a:cubicBezTo>
                    <a:pt x="2243518" y="1422368"/>
                    <a:pt x="2237137" y="1423988"/>
                    <a:pt x="2228469" y="1420844"/>
                  </a:cubicBezTo>
                  <a:cubicBezTo>
                    <a:pt x="2220944" y="1418177"/>
                    <a:pt x="2211705" y="1416844"/>
                    <a:pt x="2206562" y="1411700"/>
                  </a:cubicBezTo>
                  <a:cubicBezTo>
                    <a:pt x="2191988" y="1397127"/>
                    <a:pt x="2173414" y="1396651"/>
                    <a:pt x="2155317" y="1392746"/>
                  </a:cubicBezTo>
                  <a:cubicBezTo>
                    <a:pt x="2144269" y="1390364"/>
                    <a:pt x="2133981" y="1390269"/>
                    <a:pt x="2122932" y="1391888"/>
                  </a:cubicBezTo>
                  <a:cubicBezTo>
                    <a:pt x="2098930" y="1395508"/>
                    <a:pt x="2075593" y="1390364"/>
                    <a:pt x="2052542" y="1383792"/>
                  </a:cubicBezTo>
                  <a:cubicBezTo>
                    <a:pt x="2037302" y="1379411"/>
                    <a:pt x="2021681" y="1376744"/>
                    <a:pt x="2006537" y="1372267"/>
                  </a:cubicBezTo>
                  <a:cubicBezTo>
                    <a:pt x="1995202" y="1368838"/>
                    <a:pt x="1983868" y="1364742"/>
                    <a:pt x="1973486" y="1359218"/>
                  </a:cubicBezTo>
                  <a:cubicBezTo>
                    <a:pt x="1958435" y="1351121"/>
                    <a:pt x="1945292" y="1338929"/>
                    <a:pt x="1926146" y="1342168"/>
                  </a:cubicBezTo>
                  <a:cubicBezTo>
                    <a:pt x="1909286" y="1345025"/>
                    <a:pt x="1894047" y="1339025"/>
                    <a:pt x="1878616" y="1333310"/>
                  </a:cubicBezTo>
                  <a:cubicBezTo>
                    <a:pt x="1867281" y="1329119"/>
                    <a:pt x="1855948" y="1324832"/>
                    <a:pt x="1844231" y="1322165"/>
                  </a:cubicBezTo>
                  <a:cubicBezTo>
                    <a:pt x="1830324" y="1319022"/>
                    <a:pt x="1814608" y="1320356"/>
                    <a:pt x="1802225" y="1314545"/>
                  </a:cubicBezTo>
                  <a:cubicBezTo>
                    <a:pt x="1789271" y="1308449"/>
                    <a:pt x="1778509" y="1312545"/>
                    <a:pt x="1766983" y="1314260"/>
                  </a:cubicBezTo>
                  <a:cubicBezTo>
                    <a:pt x="1748600" y="1316927"/>
                    <a:pt x="1730311" y="1321880"/>
                    <a:pt x="1711738" y="1315593"/>
                  </a:cubicBezTo>
                  <a:cubicBezTo>
                    <a:pt x="1689164" y="1307973"/>
                    <a:pt x="1666780" y="1299782"/>
                    <a:pt x="1644111" y="1292543"/>
                  </a:cubicBezTo>
                  <a:cubicBezTo>
                    <a:pt x="1635347" y="1289780"/>
                    <a:pt x="1625919" y="1288637"/>
                    <a:pt x="1616774" y="1287399"/>
                  </a:cubicBezTo>
                  <a:cubicBezTo>
                    <a:pt x="1608107" y="1286351"/>
                    <a:pt x="1597725" y="1289018"/>
                    <a:pt x="1591056" y="1285018"/>
                  </a:cubicBezTo>
                  <a:cubicBezTo>
                    <a:pt x="1573911" y="1274731"/>
                    <a:pt x="1556291" y="1269683"/>
                    <a:pt x="1536478" y="1269683"/>
                  </a:cubicBezTo>
                  <a:cubicBezTo>
                    <a:pt x="1529048" y="1269683"/>
                    <a:pt x="1521809" y="1265396"/>
                    <a:pt x="1514285" y="1264634"/>
                  </a:cubicBezTo>
                  <a:cubicBezTo>
                    <a:pt x="1503997" y="1263682"/>
                    <a:pt x="1492186" y="1261110"/>
                    <a:pt x="1483233" y="1264730"/>
                  </a:cubicBezTo>
                  <a:cubicBezTo>
                    <a:pt x="1462183" y="1273302"/>
                    <a:pt x="1445134" y="1266158"/>
                    <a:pt x="1426750" y="1257681"/>
                  </a:cubicBezTo>
                  <a:cubicBezTo>
                    <a:pt x="1408652" y="1249299"/>
                    <a:pt x="1389602" y="1242632"/>
                    <a:pt x="1370362" y="1237107"/>
                  </a:cubicBezTo>
                  <a:cubicBezTo>
                    <a:pt x="1363123" y="1235107"/>
                    <a:pt x="1354456" y="1238441"/>
                    <a:pt x="1346454" y="1239107"/>
                  </a:cubicBezTo>
                  <a:cubicBezTo>
                    <a:pt x="1343596" y="1239298"/>
                    <a:pt x="1340453" y="1239584"/>
                    <a:pt x="1337882" y="1238631"/>
                  </a:cubicBezTo>
                  <a:cubicBezTo>
                    <a:pt x="1313022" y="1229487"/>
                    <a:pt x="1287780" y="1222534"/>
                    <a:pt x="1260825" y="1227296"/>
                  </a:cubicBezTo>
                  <a:cubicBezTo>
                    <a:pt x="1258349" y="1227773"/>
                    <a:pt x="1255586" y="1226725"/>
                    <a:pt x="1253109" y="1226058"/>
                  </a:cubicBezTo>
                  <a:cubicBezTo>
                    <a:pt x="1241012" y="1222629"/>
                    <a:pt x="1229201" y="1217200"/>
                    <a:pt x="1216915" y="1215962"/>
                  </a:cubicBezTo>
                  <a:cubicBezTo>
                    <a:pt x="1186625" y="1212914"/>
                    <a:pt x="1156146" y="1211675"/>
                    <a:pt x="1125664" y="1209675"/>
                  </a:cubicBezTo>
                  <a:cubicBezTo>
                    <a:pt x="1123759" y="1209580"/>
                    <a:pt x="1121759" y="1209580"/>
                    <a:pt x="1120045" y="1208913"/>
                  </a:cubicBezTo>
                  <a:cubicBezTo>
                    <a:pt x="1108805" y="1204817"/>
                    <a:pt x="1098995" y="1206151"/>
                    <a:pt x="1089469" y="1213961"/>
                  </a:cubicBezTo>
                  <a:cubicBezTo>
                    <a:pt x="1085278" y="1217390"/>
                    <a:pt x="1079563" y="1219200"/>
                    <a:pt x="1074325" y="1221105"/>
                  </a:cubicBezTo>
                  <a:cubicBezTo>
                    <a:pt x="1066609" y="1223963"/>
                    <a:pt x="1058704" y="1226725"/>
                    <a:pt x="1050703" y="1228535"/>
                  </a:cubicBezTo>
                  <a:cubicBezTo>
                    <a:pt x="1042797" y="1230249"/>
                    <a:pt x="1034320" y="1232630"/>
                    <a:pt x="1026700" y="1231297"/>
                  </a:cubicBezTo>
                  <a:cubicBezTo>
                    <a:pt x="1012984" y="1228916"/>
                    <a:pt x="999934" y="1223582"/>
                    <a:pt x="986409" y="1220057"/>
                  </a:cubicBezTo>
                  <a:cubicBezTo>
                    <a:pt x="981742" y="1218819"/>
                    <a:pt x="976598" y="1219010"/>
                    <a:pt x="971741" y="1218914"/>
                  </a:cubicBezTo>
                  <a:cubicBezTo>
                    <a:pt x="960596" y="1218629"/>
                    <a:pt x="949166" y="1221391"/>
                    <a:pt x="939070" y="1213485"/>
                  </a:cubicBezTo>
                  <a:cubicBezTo>
                    <a:pt x="929736" y="1206056"/>
                    <a:pt x="920305" y="1208246"/>
                    <a:pt x="910495" y="1213866"/>
                  </a:cubicBezTo>
                  <a:cubicBezTo>
                    <a:pt x="903446" y="1217867"/>
                    <a:pt x="895446" y="1221010"/>
                    <a:pt x="887540" y="1222534"/>
                  </a:cubicBezTo>
                  <a:cubicBezTo>
                    <a:pt x="876681" y="1224629"/>
                    <a:pt x="865918" y="1225487"/>
                    <a:pt x="854202" y="1224248"/>
                  </a:cubicBezTo>
                  <a:cubicBezTo>
                    <a:pt x="845915" y="1223391"/>
                    <a:pt x="839152" y="1223010"/>
                    <a:pt x="832675" y="1217962"/>
                  </a:cubicBezTo>
                  <a:cubicBezTo>
                    <a:pt x="831628" y="1217200"/>
                    <a:pt x="829723" y="1217009"/>
                    <a:pt x="828294" y="1217105"/>
                  </a:cubicBezTo>
                  <a:cubicBezTo>
                    <a:pt x="809530" y="1218724"/>
                    <a:pt x="790956" y="1217867"/>
                    <a:pt x="772001" y="1216723"/>
                  </a:cubicBezTo>
                  <a:cubicBezTo>
                    <a:pt x="747904" y="1215200"/>
                    <a:pt x="722566" y="1219676"/>
                    <a:pt x="701707" y="1235678"/>
                  </a:cubicBezTo>
                  <a:cubicBezTo>
                    <a:pt x="698659" y="1238060"/>
                    <a:pt x="694087" y="1239107"/>
                    <a:pt x="690086" y="1239679"/>
                  </a:cubicBezTo>
                  <a:cubicBezTo>
                    <a:pt x="671227" y="1242155"/>
                    <a:pt x="652272" y="1243870"/>
                    <a:pt x="633412" y="1246632"/>
                  </a:cubicBezTo>
                  <a:cubicBezTo>
                    <a:pt x="623125" y="1248156"/>
                    <a:pt x="612362" y="1249490"/>
                    <a:pt x="603028" y="1253681"/>
                  </a:cubicBezTo>
                  <a:cubicBezTo>
                    <a:pt x="593885" y="1257776"/>
                    <a:pt x="586549" y="1262634"/>
                    <a:pt x="581120" y="1254062"/>
                  </a:cubicBezTo>
                  <a:cubicBezTo>
                    <a:pt x="571406" y="1258634"/>
                    <a:pt x="562927" y="1262444"/>
                    <a:pt x="554642" y="1266539"/>
                  </a:cubicBezTo>
                  <a:cubicBezTo>
                    <a:pt x="551593" y="1268063"/>
                    <a:pt x="549021" y="1270540"/>
                    <a:pt x="545973" y="1271969"/>
                  </a:cubicBezTo>
                  <a:cubicBezTo>
                    <a:pt x="542734" y="1273493"/>
                    <a:pt x="539115" y="1274445"/>
                    <a:pt x="535591" y="1275207"/>
                  </a:cubicBezTo>
                  <a:cubicBezTo>
                    <a:pt x="519874" y="1278636"/>
                    <a:pt x="504158" y="1281779"/>
                    <a:pt x="488538" y="1285494"/>
                  </a:cubicBezTo>
                  <a:cubicBezTo>
                    <a:pt x="485489" y="1286256"/>
                    <a:pt x="482917" y="1289304"/>
                    <a:pt x="480155" y="1291304"/>
                  </a:cubicBezTo>
                  <a:cubicBezTo>
                    <a:pt x="478345" y="1292638"/>
                    <a:pt x="476536" y="1294638"/>
                    <a:pt x="474535" y="1294924"/>
                  </a:cubicBezTo>
                  <a:cubicBezTo>
                    <a:pt x="459295" y="1297210"/>
                    <a:pt x="444151" y="1299877"/>
                    <a:pt x="428816" y="1301020"/>
                  </a:cubicBezTo>
                  <a:cubicBezTo>
                    <a:pt x="415957" y="1301972"/>
                    <a:pt x="403574" y="1301687"/>
                    <a:pt x="400241" y="1318260"/>
                  </a:cubicBezTo>
                  <a:cubicBezTo>
                    <a:pt x="399669" y="1321118"/>
                    <a:pt x="395573" y="1324166"/>
                    <a:pt x="392431" y="1325594"/>
                  </a:cubicBezTo>
                  <a:cubicBezTo>
                    <a:pt x="383477" y="1329690"/>
                    <a:pt x="373951" y="1332452"/>
                    <a:pt x="365093" y="1336643"/>
                  </a:cubicBezTo>
                  <a:cubicBezTo>
                    <a:pt x="336042" y="1350645"/>
                    <a:pt x="305658" y="1359503"/>
                    <a:pt x="273177" y="1357884"/>
                  </a:cubicBezTo>
                  <a:cubicBezTo>
                    <a:pt x="263081" y="1357408"/>
                    <a:pt x="253270" y="1352264"/>
                    <a:pt x="246888" y="1350359"/>
                  </a:cubicBezTo>
                  <a:cubicBezTo>
                    <a:pt x="228506" y="1357884"/>
                    <a:pt x="213075" y="1365123"/>
                    <a:pt x="196977" y="1370552"/>
                  </a:cubicBezTo>
                  <a:cubicBezTo>
                    <a:pt x="182785" y="1375410"/>
                    <a:pt x="167926" y="1378458"/>
                    <a:pt x="153352" y="1381982"/>
                  </a:cubicBezTo>
                  <a:cubicBezTo>
                    <a:pt x="148018" y="1383316"/>
                    <a:pt x="142589" y="1384078"/>
                    <a:pt x="137160" y="1384745"/>
                  </a:cubicBezTo>
                  <a:cubicBezTo>
                    <a:pt x="120206" y="1386840"/>
                    <a:pt x="102489" y="1381792"/>
                    <a:pt x="85917" y="1389793"/>
                  </a:cubicBezTo>
                  <a:cubicBezTo>
                    <a:pt x="77248" y="1393984"/>
                    <a:pt x="68675" y="1399032"/>
                    <a:pt x="59532" y="1401223"/>
                  </a:cubicBezTo>
                  <a:cubicBezTo>
                    <a:pt x="49721" y="1403604"/>
                    <a:pt x="40124" y="1407319"/>
                    <a:pt x="30325" y="1409974"/>
                  </a:cubicBezTo>
                  <a:lnTo>
                    <a:pt x="0" y="1412360"/>
                  </a:lnTo>
                  <a:lnTo>
                    <a:pt x="0" y="1058622"/>
                  </a:lnTo>
                  <a:lnTo>
                    <a:pt x="17145" y="1060228"/>
                  </a:lnTo>
                  <a:cubicBezTo>
                    <a:pt x="26480" y="1061561"/>
                    <a:pt x="35528" y="1066133"/>
                    <a:pt x="44672" y="1066324"/>
                  </a:cubicBezTo>
                  <a:cubicBezTo>
                    <a:pt x="59055" y="1066610"/>
                    <a:pt x="71819" y="1068419"/>
                    <a:pt x="84677" y="1076230"/>
                  </a:cubicBezTo>
                  <a:cubicBezTo>
                    <a:pt x="104108" y="1087946"/>
                    <a:pt x="120110" y="1082993"/>
                    <a:pt x="132017" y="1064990"/>
                  </a:cubicBezTo>
                  <a:cubicBezTo>
                    <a:pt x="133255" y="1063181"/>
                    <a:pt x="134874" y="1060799"/>
                    <a:pt x="136779" y="1060323"/>
                  </a:cubicBezTo>
                  <a:cubicBezTo>
                    <a:pt x="153639" y="1056132"/>
                    <a:pt x="170974" y="1048131"/>
                    <a:pt x="187547" y="1049179"/>
                  </a:cubicBezTo>
                  <a:cubicBezTo>
                    <a:pt x="216789" y="1051084"/>
                    <a:pt x="244316" y="1048798"/>
                    <a:pt x="270891" y="1036415"/>
                  </a:cubicBezTo>
                  <a:cubicBezTo>
                    <a:pt x="272510" y="1035653"/>
                    <a:pt x="274987" y="1034891"/>
                    <a:pt x="276320" y="1035558"/>
                  </a:cubicBezTo>
                  <a:cubicBezTo>
                    <a:pt x="292322" y="1043845"/>
                    <a:pt x="309848" y="1050417"/>
                    <a:pt x="323755" y="1061561"/>
                  </a:cubicBezTo>
                  <a:cubicBezTo>
                    <a:pt x="336995" y="1072134"/>
                    <a:pt x="352997" y="1072229"/>
                    <a:pt x="361855" y="1057942"/>
                  </a:cubicBezTo>
                  <a:cubicBezTo>
                    <a:pt x="366236" y="1050893"/>
                    <a:pt x="372332" y="1042702"/>
                    <a:pt x="379571" y="1039939"/>
                  </a:cubicBezTo>
                  <a:cubicBezTo>
                    <a:pt x="395954" y="1033653"/>
                    <a:pt x="413481" y="1030414"/>
                    <a:pt x="430530" y="1025747"/>
                  </a:cubicBezTo>
                  <a:cubicBezTo>
                    <a:pt x="451581" y="1020032"/>
                    <a:pt x="472345" y="1020032"/>
                    <a:pt x="493300" y="1027176"/>
                  </a:cubicBezTo>
                  <a:cubicBezTo>
                    <a:pt x="508064" y="1032224"/>
                    <a:pt x="523113" y="1032224"/>
                    <a:pt x="537782" y="1025366"/>
                  </a:cubicBezTo>
                  <a:cubicBezTo>
                    <a:pt x="545687" y="1021652"/>
                    <a:pt x="553784" y="1017842"/>
                    <a:pt x="562166" y="1015746"/>
                  </a:cubicBezTo>
                  <a:cubicBezTo>
                    <a:pt x="567595" y="1014412"/>
                    <a:pt x="573881" y="1015651"/>
                    <a:pt x="579596" y="1016699"/>
                  </a:cubicBezTo>
                  <a:cubicBezTo>
                    <a:pt x="590645" y="1018794"/>
                    <a:pt x="602075" y="1025176"/>
                    <a:pt x="612362" y="1023557"/>
                  </a:cubicBezTo>
                  <a:cubicBezTo>
                    <a:pt x="647891" y="1017842"/>
                    <a:pt x="681419" y="1031272"/>
                    <a:pt x="716090" y="1031653"/>
                  </a:cubicBezTo>
                  <a:cubicBezTo>
                    <a:pt x="731806" y="1031843"/>
                    <a:pt x="747332" y="1034891"/>
                    <a:pt x="758381" y="1018985"/>
                  </a:cubicBezTo>
                  <a:cubicBezTo>
                    <a:pt x="759809" y="1016889"/>
                    <a:pt x="766763" y="1018032"/>
                    <a:pt x="771049" y="1018699"/>
                  </a:cubicBezTo>
                  <a:cubicBezTo>
                    <a:pt x="780574" y="1020128"/>
                    <a:pt x="790004" y="1023747"/>
                    <a:pt x="799433" y="1023652"/>
                  </a:cubicBezTo>
                  <a:cubicBezTo>
                    <a:pt x="818960" y="1023557"/>
                    <a:pt x="838581" y="1022033"/>
                    <a:pt x="858012" y="1020318"/>
                  </a:cubicBezTo>
                  <a:cubicBezTo>
                    <a:pt x="865346" y="1019651"/>
                    <a:pt x="872395" y="1017080"/>
                    <a:pt x="879634" y="1015270"/>
                  </a:cubicBezTo>
                  <a:cubicBezTo>
                    <a:pt x="883634" y="1014222"/>
                    <a:pt x="887921" y="1011460"/>
                    <a:pt x="891635" y="1012031"/>
                  </a:cubicBezTo>
                  <a:cubicBezTo>
                    <a:pt x="913162" y="1015365"/>
                    <a:pt x="932879" y="1007174"/>
                    <a:pt x="953262" y="1003078"/>
                  </a:cubicBezTo>
                  <a:cubicBezTo>
                    <a:pt x="962692" y="1001173"/>
                    <a:pt x="971550" y="996601"/>
                    <a:pt x="980694" y="993458"/>
                  </a:cubicBezTo>
                  <a:cubicBezTo>
                    <a:pt x="983075" y="992600"/>
                    <a:pt x="985742" y="991838"/>
                    <a:pt x="988124" y="992029"/>
                  </a:cubicBezTo>
                  <a:cubicBezTo>
                    <a:pt x="1001744" y="993172"/>
                    <a:pt x="1015270" y="994791"/>
                    <a:pt x="1028795" y="996029"/>
                  </a:cubicBezTo>
                  <a:cubicBezTo>
                    <a:pt x="1041083" y="997172"/>
                    <a:pt x="1053465" y="997553"/>
                    <a:pt x="1059275" y="1011555"/>
                  </a:cubicBezTo>
                  <a:cubicBezTo>
                    <a:pt x="1060133" y="1013746"/>
                    <a:pt x="1062990" y="1015365"/>
                    <a:pt x="1065181" y="1016794"/>
                  </a:cubicBezTo>
                  <a:cubicBezTo>
                    <a:pt x="1098995" y="1038797"/>
                    <a:pt x="1117092" y="1038225"/>
                    <a:pt x="1150144" y="1014984"/>
                  </a:cubicBezTo>
                  <a:cubicBezTo>
                    <a:pt x="1153573" y="1012603"/>
                    <a:pt x="1160907" y="1010888"/>
                    <a:pt x="1163193" y="1012793"/>
                  </a:cubicBezTo>
                  <a:cubicBezTo>
                    <a:pt x="1182624" y="1028605"/>
                    <a:pt x="1203865" y="1026890"/>
                    <a:pt x="1226249" y="1021937"/>
                  </a:cubicBezTo>
                  <a:cubicBezTo>
                    <a:pt x="1232059" y="1020604"/>
                    <a:pt x="1240251" y="1020604"/>
                    <a:pt x="1244632" y="1023747"/>
                  </a:cubicBezTo>
                  <a:cubicBezTo>
                    <a:pt x="1265492" y="1038320"/>
                    <a:pt x="1287876" y="1036225"/>
                    <a:pt x="1310545" y="1031939"/>
                  </a:cubicBezTo>
                  <a:cubicBezTo>
                    <a:pt x="1314069" y="1031272"/>
                    <a:pt x="1318356" y="1027652"/>
                    <a:pt x="1319879" y="1024319"/>
                  </a:cubicBezTo>
                  <a:cubicBezTo>
                    <a:pt x="1325309" y="1012508"/>
                    <a:pt x="1335501" y="1008507"/>
                    <a:pt x="1346740" y="1005173"/>
                  </a:cubicBezTo>
                  <a:cubicBezTo>
                    <a:pt x="1364457" y="999744"/>
                    <a:pt x="1381887" y="993362"/>
                    <a:pt x="1399699" y="988219"/>
                  </a:cubicBezTo>
                  <a:cubicBezTo>
                    <a:pt x="1404081" y="986981"/>
                    <a:pt x="1409510" y="987743"/>
                    <a:pt x="1414082" y="989171"/>
                  </a:cubicBezTo>
                  <a:cubicBezTo>
                    <a:pt x="1429703" y="994029"/>
                    <a:pt x="1439609" y="1006221"/>
                    <a:pt x="1450467" y="1017461"/>
                  </a:cubicBezTo>
                  <a:cubicBezTo>
                    <a:pt x="1455230" y="1022414"/>
                    <a:pt x="1461802" y="1025938"/>
                    <a:pt x="1468184" y="1028795"/>
                  </a:cubicBezTo>
                  <a:cubicBezTo>
                    <a:pt x="1484757" y="1036130"/>
                    <a:pt x="1501712" y="1042702"/>
                    <a:pt x="1518476" y="1049655"/>
                  </a:cubicBezTo>
                  <a:cubicBezTo>
                    <a:pt x="1520095" y="1050322"/>
                    <a:pt x="1521428" y="1052036"/>
                    <a:pt x="1522667" y="1053465"/>
                  </a:cubicBezTo>
                  <a:cubicBezTo>
                    <a:pt x="1535049" y="1068515"/>
                    <a:pt x="1547336" y="1083659"/>
                    <a:pt x="1559814" y="1098709"/>
                  </a:cubicBezTo>
                  <a:cubicBezTo>
                    <a:pt x="1562195" y="1101566"/>
                    <a:pt x="1565625" y="1103662"/>
                    <a:pt x="1568196" y="1106424"/>
                  </a:cubicBezTo>
                  <a:cubicBezTo>
                    <a:pt x="1571816" y="1110234"/>
                    <a:pt x="1576388" y="1113854"/>
                    <a:pt x="1578293" y="1118426"/>
                  </a:cubicBezTo>
                  <a:cubicBezTo>
                    <a:pt x="1584198" y="1132808"/>
                    <a:pt x="1595533" y="1139000"/>
                    <a:pt x="1609820" y="1141667"/>
                  </a:cubicBezTo>
                  <a:cubicBezTo>
                    <a:pt x="1622870" y="1144143"/>
                    <a:pt x="1635919" y="1146239"/>
                    <a:pt x="1648873" y="1149096"/>
                  </a:cubicBezTo>
                  <a:cubicBezTo>
                    <a:pt x="1664684" y="1152525"/>
                    <a:pt x="1680401" y="1156240"/>
                    <a:pt x="1696022" y="1160431"/>
                  </a:cubicBezTo>
                  <a:cubicBezTo>
                    <a:pt x="1702784" y="1162241"/>
                    <a:pt x="1709928" y="1164336"/>
                    <a:pt x="1715739" y="1168051"/>
                  </a:cubicBezTo>
                  <a:cubicBezTo>
                    <a:pt x="1732026" y="1178338"/>
                    <a:pt x="1749457" y="1185291"/>
                    <a:pt x="1768602" y="1182529"/>
                  </a:cubicBezTo>
                  <a:cubicBezTo>
                    <a:pt x="1783937" y="1180338"/>
                    <a:pt x="1796796" y="1185958"/>
                    <a:pt x="1806321" y="1194721"/>
                  </a:cubicBezTo>
                  <a:cubicBezTo>
                    <a:pt x="1823657" y="1210628"/>
                    <a:pt x="1842230" y="1207008"/>
                    <a:pt x="1860709" y="1201865"/>
                  </a:cubicBezTo>
                  <a:cubicBezTo>
                    <a:pt x="1870234" y="1199198"/>
                    <a:pt x="1878044" y="1199579"/>
                    <a:pt x="1887093" y="1202150"/>
                  </a:cubicBezTo>
                  <a:cubicBezTo>
                    <a:pt x="1908048" y="1208151"/>
                    <a:pt x="1922050" y="1224439"/>
                    <a:pt x="1935575" y="1238726"/>
                  </a:cubicBezTo>
                  <a:cubicBezTo>
                    <a:pt x="1947101" y="1250918"/>
                    <a:pt x="1960055" y="1257776"/>
                    <a:pt x="1974247" y="1262920"/>
                  </a:cubicBezTo>
                  <a:cubicBezTo>
                    <a:pt x="1992154" y="1269492"/>
                    <a:pt x="2006346" y="1267016"/>
                    <a:pt x="2014919" y="1251204"/>
                  </a:cubicBezTo>
                  <a:cubicBezTo>
                    <a:pt x="2017300" y="1246727"/>
                    <a:pt x="2021491" y="1241488"/>
                    <a:pt x="2025968" y="1240155"/>
                  </a:cubicBezTo>
                  <a:cubicBezTo>
                    <a:pt x="2047589" y="1233488"/>
                    <a:pt x="2069497" y="1223772"/>
                    <a:pt x="2092643" y="1229678"/>
                  </a:cubicBezTo>
                  <a:cubicBezTo>
                    <a:pt x="2124647" y="1237774"/>
                    <a:pt x="2155889" y="1237298"/>
                    <a:pt x="2187893" y="1229297"/>
                  </a:cubicBezTo>
                  <a:cubicBezTo>
                    <a:pt x="2239804" y="1216343"/>
                    <a:pt x="2291715" y="1202627"/>
                    <a:pt x="2346294" y="1205484"/>
                  </a:cubicBezTo>
                  <a:cubicBezTo>
                    <a:pt x="2355342" y="1205960"/>
                    <a:pt x="2366105" y="1200150"/>
                    <a:pt x="2373916" y="1194435"/>
                  </a:cubicBezTo>
                  <a:cubicBezTo>
                    <a:pt x="2388870" y="1183577"/>
                    <a:pt x="2388203" y="1182719"/>
                    <a:pt x="2404967" y="1191673"/>
                  </a:cubicBezTo>
                  <a:cubicBezTo>
                    <a:pt x="2408968" y="1193864"/>
                    <a:pt x="2413921" y="1195197"/>
                    <a:pt x="2416874" y="1198436"/>
                  </a:cubicBezTo>
                  <a:cubicBezTo>
                    <a:pt x="2431923" y="1214914"/>
                    <a:pt x="2450497" y="1210913"/>
                    <a:pt x="2468975" y="1208532"/>
                  </a:cubicBezTo>
                  <a:cubicBezTo>
                    <a:pt x="2472214" y="1208056"/>
                    <a:pt x="2476119" y="1207389"/>
                    <a:pt x="2478882" y="1208723"/>
                  </a:cubicBezTo>
                  <a:cubicBezTo>
                    <a:pt x="2491359" y="1214723"/>
                    <a:pt x="2501932" y="1212628"/>
                    <a:pt x="2512791" y="1204436"/>
                  </a:cubicBezTo>
                  <a:cubicBezTo>
                    <a:pt x="2522220" y="1197388"/>
                    <a:pt x="2533079" y="1193197"/>
                    <a:pt x="2544223" y="1201960"/>
                  </a:cubicBezTo>
                  <a:cubicBezTo>
                    <a:pt x="2568988" y="1221391"/>
                    <a:pt x="2595467" y="1222343"/>
                    <a:pt x="2623471" y="1210056"/>
                  </a:cubicBezTo>
                  <a:cubicBezTo>
                    <a:pt x="2643473" y="1201293"/>
                    <a:pt x="2663190" y="1199293"/>
                    <a:pt x="2684241" y="1208151"/>
                  </a:cubicBezTo>
                  <a:cubicBezTo>
                    <a:pt x="2692337" y="1211580"/>
                    <a:pt x="2702814" y="1209294"/>
                    <a:pt x="2712244" y="1210056"/>
                  </a:cubicBezTo>
                  <a:cubicBezTo>
                    <a:pt x="2717578" y="1210437"/>
                    <a:pt x="2723484" y="1210532"/>
                    <a:pt x="2728055" y="1212914"/>
                  </a:cubicBezTo>
                  <a:cubicBezTo>
                    <a:pt x="2740248" y="1219010"/>
                    <a:pt x="2751582" y="1226820"/>
                    <a:pt x="2763869" y="1232821"/>
                  </a:cubicBezTo>
                  <a:cubicBezTo>
                    <a:pt x="2769775" y="1235678"/>
                    <a:pt x="2776823" y="1237202"/>
                    <a:pt x="2783491" y="1237298"/>
                  </a:cubicBezTo>
                  <a:cubicBezTo>
                    <a:pt x="2803208" y="1237774"/>
                    <a:pt x="2822925" y="1237774"/>
                    <a:pt x="2842546" y="1236917"/>
                  </a:cubicBezTo>
                  <a:cubicBezTo>
                    <a:pt x="2874931" y="1235583"/>
                    <a:pt x="2907792" y="1235297"/>
                    <a:pt x="2931128" y="1206913"/>
                  </a:cubicBezTo>
                  <a:cubicBezTo>
                    <a:pt x="2933034" y="1204627"/>
                    <a:pt x="2937129" y="1203293"/>
                    <a:pt x="2940368" y="1202912"/>
                  </a:cubicBezTo>
                  <a:cubicBezTo>
                    <a:pt x="2955322" y="1201103"/>
                    <a:pt x="2970657" y="1200912"/>
                    <a:pt x="2985421" y="1197959"/>
                  </a:cubicBezTo>
                  <a:cubicBezTo>
                    <a:pt x="2997232" y="1195578"/>
                    <a:pt x="3007043" y="1196340"/>
                    <a:pt x="3015996" y="1204722"/>
                  </a:cubicBezTo>
                  <a:cubicBezTo>
                    <a:pt x="3027712" y="1215771"/>
                    <a:pt x="3042000" y="1222248"/>
                    <a:pt x="3057621" y="1218724"/>
                  </a:cubicBezTo>
                  <a:cubicBezTo>
                    <a:pt x="3073241" y="1215295"/>
                    <a:pt x="3083528" y="1222724"/>
                    <a:pt x="3095054" y="1230440"/>
                  </a:cubicBezTo>
                  <a:cubicBezTo>
                    <a:pt x="3103436" y="1236059"/>
                    <a:pt x="3112961" y="1243108"/>
                    <a:pt x="3122295" y="1243679"/>
                  </a:cubicBezTo>
                  <a:cubicBezTo>
                    <a:pt x="3143441" y="1244917"/>
                    <a:pt x="3161634" y="1264539"/>
                    <a:pt x="3184589" y="1253395"/>
                  </a:cubicBezTo>
                  <a:cubicBezTo>
                    <a:pt x="3186113" y="1252633"/>
                    <a:pt x="3188875" y="1254538"/>
                    <a:pt x="3191066" y="1255014"/>
                  </a:cubicBezTo>
                  <a:cubicBezTo>
                    <a:pt x="3208592" y="1258634"/>
                    <a:pt x="3225070" y="1255109"/>
                    <a:pt x="3237929" y="1243203"/>
                  </a:cubicBezTo>
                  <a:cubicBezTo>
                    <a:pt x="3254788" y="1227677"/>
                    <a:pt x="3273457" y="1226153"/>
                    <a:pt x="3294221" y="1231202"/>
                  </a:cubicBezTo>
                  <a:cubicBezTo>
                    <a:pt x="3300889" y="1232821"/>
                    <a:pt x="3307557" y="1233964"/>
                    <a:pt x="3314319" y="1235297"/>
                  </a:cubicBezTo>
                  <a:cubicBezTo>
                    <a:pt x="3323463" y="1237202"/>
                    <a:pt x="3332703" y="1239203"/>
                    <a:pt x="3341846" y="1241108"/>
                  </a:cubicBezTo>
                  <a:cubicBezTo>
                    <a:pt x="3350705" y="1243013"/>
                    <a:pt x="3360516" y="1246251"/>
                    <a:pt x="3367373" y="1238060"/>
                  </a:cubicBezTo>
                  <a:cubicBezTo>
                    <a:pt x="3373279" y="1231011"/>
                    <a:pt x="3377470" y="1231678"/>
                    <a:pt x="3382899" y="1237774"/>
                  </a:cubicBezTo>
                  <a:cubicBezTo>
                    <a:pt x="3401759" y="1259110"/>
                    <a:pt x="3424619" y="1272445"/>
                    <a:pt x="3453765" y="1273397"/>
                  </a:cubicBezTo>
                  <a:cubicBezTo>
                    <a:pt x="3459766" y="1273588"/>
                    <a:pt x="3465862" y="1274921"/>
                    <a:pt x="3471767" y="1276350"/>
                  </a:cubicBezTo>
                  <a:cubicBezTo>
                    <a:pt x="3475387" y="1277207"/>
                    <a:pt x="3479769" y="1278160"/>
                    <a:pt x="3481959" y="1280732"/>
                  </a:cubicBezTo>
                  <a:cubicBezTo>
                    <a:pt x="3499009" y="1300353"/>
                    <a:pt x="3520250" y="1313974"/>
                    <a:pt x="3543396" y="1324928"/>
                  </a:cubicBezTo>
                  <a:cubicBezTo>
                    <a:pt x="3551682" y="1328833"/>
                    <a:pt x="3560541" y="1332738"/>
                    <a:pt x="3569494" y="1333881"/>
                  </a:cubicBezTo>
                  <a:cubicBezTo>
                    <a:pt x="3578828" y="1335024"/>
                    <a:pt x="3588639" y="1333119"/>
                    <a:pt x="3598164" y="1332071"/>
                  </a:cubicBezTo>
                  <a:cubicBezTo>
                    <a:pt x="3603784" y="1331500"/>
                    <a:pt x="3610261" y="1331595"/>
                    <a:pt x="3614738" y="1328833"/>
                  </a:cubicBezTo>
                  <a:cubicBezTo>
                    <a:pt x="3628930" y="1320165"/>
                    <a:pt x="3642646" y="1310831"/>
                    <a:pt x="3655886" y="1300734"/>
                  </a:cubicBezTo>
                  <a:cubicBezTo>
                    <a:pt x="3667221" y="1292066"/>
                    <a:pt x="3669507" y="1290828"/>
                    <a:pt x="3679317" y="1301687"/>
                  </a:cubicBezTo>
                  <a:cubicBezTo>
                    <a:pt x="3689414" y="1312831"/>
                    <a:pt x="3701987" y="1318641"/>
                    <a:pt x="3715893" y="1321022"/>
                  </a:cubicBezTo>
                  <a:cubicBezTo>
                    <a:pt x="3737896" y="1324737"/>
                    <a:pt x="3760089" y="1327880"/>
                    <a:pt x="3782282" y="1329690"/>
                  </a:cubicBezTo>
                  <a:cubicBezTo>
                    <a:pt x="3802380" y="1331309"/>
                    <a:pt x="3812000" y="1322546"/>
                    <a:pt x="3816001" y="1302639"/>
                  </a:cubicBezTo>
                  <a:cubicBezTo>
                    <a:pt x="3818287" y="1291590"/>
                    <a:pt x="3821240" y="1279588"/>
                    <a:pt x="3833431" y="1276636"/>
                  </a:cubicBezTo>
                  <a:cubicBezTo>
                    <a:pt x="3853339" y="1271873"/>
                    <a:pt x="3874008" y="1269778"/>
                    <a:pt x="3883819" y="1246442"/>
                  </a:cubicBezTo>
                  <a:cubicBezTo>
                    <a:pt x="3889248" y="1251585"/>
                    <a:pt x="3892582" y="1254633"/>
                    <a:pt x="3895821" y="1257681"/>
                  </a:cubicBezTo>
                  <a:cubicBezTo>
                    <a:pt x="3904774" y="1266158"/>
                    <a:pt x="3923347" y="1269778"/>
                    <a:pt x="3932778" y="1262444"/>
                  </a:cubicBezTo>
                  <a:cubicBezTo>
                    <a:pt x="3946684" y="1251776"/>
                    <a:pt x="3959448" y="1253776"/>
                    <a:pt x="3972782" y="1262063"/>
                  </a:cubicBezTo>
                  <a:cubicBezTo>
                    <a:pt x="3995071" y="1275779"/>
                    <a:pt x="4019931" y="1272635"/>
                    <a:pt x="4042505" y="1267111"/>
                  </a:cubicBezTo>
                  <a:cubicBezTo>
                    <a:pt x="4059555" y="1263015"/>
                    <a:pt x="4077748" y="1255490"/>
                    <a:pt x="4088892" y="1238250"/>
                  </a:cubicBezTo>
                  <a:cubicBezTo>
                    <a:pt x="4092416" y="1232726"/>
                    <a:pt x="4100322" y="1229963"/>
                    <a:pt x="4106609" y="1226344"/>
                  </a:cubicBezTo>
                  <a:cubicBezTo>
                    <a:pt x="4111848" y="1223391"/>
                    <a:pt x="4117372" y="1220629"/>
                    <a:pt x="4123182" y="1218724"/>
                  </a:cubicBezTo>
                  <a:cubicBezTo>
                    <a:pt x="4129373" y="1216628"/>
                    <a:pt x="4136232" y="1213580"/>
                    <a:pt x="4142328" y="1214438"/>
                  </a:cubicBezTo>
                  <a:cubicBezTo>
                    <a:pt x="4160806" y="1216914"/>
                    <a:pt x="4175475" y="1212056"/>
                    <a:pt x="4188524" y="1198245"/>
                  </a:cubicBezTo>
                  <a:cubicBezTo>
                    <a:pt x="4195287" y="1191101"/>
                    <a:pt x="4205288" y="1182434"/>
                    <a:pt x="4213860" y="1182338"/>
                  </a:cubicBezTo>
                  <a:cubicBezTo>
                    <a:pt x="4234720" y="1182053"/>
                    <a:pt x="4252055" y="1175195"/>
                    <a:pt x="4270820" y="1167003"/>
                  </a:cubicBezTo>
                  <a:cubicBezTo>
                    <a:pt x="4282916" y="1161764"/>
                    <a:pt x="4296632" y="1158145"/>
                    <a:pt x="4309587" y="1153287"/>
                  </a:cubicBezTo>
                  <a:cubicBezTo>
                    <a:pt x="4324731" y="1147572"/>
                    <a:pt x="4341210" y="1145477"/>
                    <a:pt x="4350449" y="1129665"/>
                  </a:cubicBezTo>
                  <a:cubicBezTo>
                    <a:pt x="4351496" y="1127951"/>
                    <a:pt x="4354640" y="1127665"/>
                    <a:pt x="4356164" y="1126046"/>
                  </a:cubicBezTo>
                  <a:cubicBezTo>
                    <a:pt x="4361021" y="1121093"/>
                    <a:pt x="4367308" y="1116521"/>
                    <a:pt x="4369880" y="1110520"/>
                  </a:cubicBezTo>
                  <a:cubicBezTo>
                    <a:pt x="4377309" y="1092994"/>
                    <a:pt x="4383119" y="1074896"/>
                    <a:pt x="4389787" y="1057085"/>
                  </a:cubicBezTo>
                  <a:cubicBezTo>
                    <a:pt x="4391216" y="1053275"/>
                    <a:pt x="4392549" y="1048417"/>
                    <a:pt x="4395502" y="1046226"/>
                  </a:cubicBezTo>
                  <a:cubicBezTo>
                    <a:pt x="4412552" y="1033653"/>
                    <a:pt x="4429888" y="1021556"/>
                    <a:pt x="4447413" y="1009650"/>
                  </a:cubicBezTo>
                  <a:cubicBezTo>
                    <a:pt x="4454462" y="1004887"/>
                    <a:pt x="4460367" y="1007555"/>
                    <a:pt x="4466654" y="1013079"/>
                  </a:cubicBezTo>
                  <a:cubicBezTo>
                    <a:pt x="4472750" y="1018318"/>
                    <a:pt x="4480275" y="1023747"/>
                    <a:pt x="4487894" y="1025081"/>
                  </a:cubicBezTo>
                  <a:cubicBezTo>
                    <a:pt x="4503135" y="1027652"/>
                    <a:pt x="4518946" y="1028224"/>
                    <a:pt x="4534472" y="1028224"/>
                  </a:cubicBezTo>
                  <a:cubicBezTo>
                    <a:pt x="4540282" y="1028224"/>
                    <a:pt x="4546473" y="1024795"/>
                    <a:pt x="4551903" y="1022033"/>
                  </a:cubicBezTo>
                  <a:cubicBezTo>
                    <a:pt x="4562189" y="1016794"/>
                    <a:pt x="4571714" y="1009745"/>
                    <a:pt x="4582382" y="1005364"/>
                  </a:cubicBezTo>
                  <a:cubicBezTo>
                    <a:pt x="4594765" y="1000316"/>
                    <a:pt x="4602194" y="992219"/>
                    <a:pt x="4605909" y="979551"/>
                  </a:cubicBezTo>
                  <a:cubicBezTo>
                    <a:pt x="4611434" y="960692"/>
                    <a:pt x="4624579" y="947547"/>
                    <a:pt x="4640104" y="936879"/>
                  </a:cubicBezTo>
                  <a:cubicBezTo>
                    <a:pt x="4659821" y="923258"/>
                    <a:pt x="4683348" y="923925"/>
                    <a:pt x="4705731" y="920591"/>
                  </a:cubicBezTo>
                  <a:cubicBezTo>
                    <a:pt x="4714304" y="919353"/>
                    <a:pt x="4723162" y="918305"/>
                    <a:pt x="4730973" y="915162"/>
                  </a:cubicBezTo>
                  <a:cubicBezTo>
                    <a:pt x="4760595" y="903351"/>
                    <a:pt x="4790218" y="892112"/>
                    <a:pt x="4822794" y="892397"/>
                  </a:cubicBezTo>
                  <a:cubicBezTo>
                    <a:pt x="4825460" y="892397"/>
                    <a:pt x="4828128" y="892112"/>
                    <a:pt x="4830794" y="891635"/>
                  </a:cubicBezTo>
                  <a:cubicBezTo>
                    <a:pt x="4853940" y="887730"/>
                    <a:pt x="4877848" y="886206"/>
                    <a:pt x="4894421" y="865442"/>
                  </a:cubicBezTo>
                  <a:cubicBezTo>
                    <a:pt x="4897469" y="861632"/>
                    <a:pt x="4904422" y="860489"/>
                    <a:pt x="4909756" y="858964"/>
                  </a:cubicBezTo>
                  <a:cubicBezTo>
                    <a:pt x="4918996" y="856488"/>
                    <a:pt x="4925188" y="851440"/>
                    <a:pt x="4928521" y="842391"/>
                  </a:cubicBezTo>
                  <a:cubicBezTo>
                    <a:pt x="4934141" y="826770"/>
                    <a:pt x="4940808" y="811435"/>
                    <a:pt x="4945857" y="795623"/>
                  </a:cubicBezTo>
                  <a:cubicBezTo>
                    <a:pt x="4949381" y="784765"/>
                    <a:pt x="4955953" y="778764"/>
                    <a:pt x="4966145" y="774287"/>
                  </a:cubicBezTo>
                  <a:cubicBezTo>
                    <a:pt x="4971860" y="771811"/>
                    <a:pt x="4976813" y="766382"/>
                    <a:pt x="4980909" y="761333"/>
                  </a:cubicBezTo>
                  <a:cubicBezTo>
                    <a:pt x="4985862" y="755237"/>
                    <a:pt x="4988433" y="747141"/>
                    <a:pt x="4993862" y="741712"/>
                  </a:cubicBezTo>
                  <a:cubicBezTo>
                    <a:pt x="5007102" y="728186"/>
                    <a:pt x="5011198" y="713232"/>
                    <a:pt x="5006816" y="694754"/>
                  </a:cubicBezTo>
                  <a:cubicBezTo>
                    <a:pt x="5002911" y="678371"/>
                    <a:pt x="5013198" y="656463"/>
                    <a:pt x="5026724" y="653129"/>
                  </a:cubicBezTo>
                  <a:cubicBezTo>
                    <a:pt x="5041678" y="649414"/>
                    <a:pt x="5051965" y="640271"/>
                    <a:pt x="5062538" y="630079"/>
                  </a:cubicBezTo>
                  <a:cubicBezTo>
                    <a:pt x="5068443" y="624364"/>
                    <a:pt x="5076730" y="619411"/>
                    <a:pt x="5084731" y="617982"/>
                  </a:cubicBezTo>
                  <a:cubicBezTo>
                    <a:pt x="5115116" y="612458"/>
                    <a:pt x="5143786" y="619220"/>
                    <a:pt x="5172647" y="630174"/>
                  </a:cubicBezTo>
                  <a:cubicBezTo>
                    <a:pt x="5191506" y="637318"/>
                    <a:pt x="5212461" y="639223"/>
                    <a:pt x="5232654" y="642080"/>
                  </a:cubicBezTo>
                  <a:cubicBezTo>
                    <a:pt x="5238941" y="642937"/>
                    <a:pt x="5246942" y="641033"/>
                    <a:pt x="5252371" y="637508"/>
                  </a:cubicBezTo>
                  <a:cubicBezTo>
                    <a:pt x="5271421" y="625316"/>
                    <a:pt x="5290376" y="612743"/>
                    <a:pt x="5308092" y="598646"/>
                  </a:cubicBezTo>
                  <a:cubicBezTo>
                    <a:pt x="5324571" y="585407"/>
                    <a:pt x="5343144" y="579882"/>
                    <a:pt x="5363147" y="581311"/>
                  </a:cubicBezTo>
                  <a:cubicBezTo>
                    <a:pt x="5377720" y="582359"/>
                    <a:pt x="5390864" y="579977"/>
                    <a:pt x="5404580" y="576358"/>
                  </a:cubicBezTo>
                  <a:cubicBezTo>
                    <a:pt x="5416010" y="573310"/>
                    <a:pt x="5428583" y="571214"/>
                    <a:pt x="5440203" y="572548"/>
                  </a:cubicBezTo>
                  <a:cubicBezTo>
                    <a:pt x="5456491" y="574453"/>
                    <a:pt x="5469922" y="571691"/>
                    <a:pt x="5482971" y="561880"/>
                  </a:cubicBezTo>
                  <a:cubicBezTo>
                    <a:pt x="5489924" y="556641"/>
                    <a:pt x="5498878" y="553879"/>
                    <a:pt x="5507165" y="550259"/>
                  </a:cubicBezTo>
                  <a:cubicBezTo>
                    <a:pt x="5519928" y="544640"/>
                    <a:pt x="5533168" y="539877"/>
                    <a:pt x="5545645" y="533591"/>
                  </a:cubicBezTo>
                  <a:cubicBezTo>
                    <a:pt x="5559076" y="526923"/>
                    <a:pt x="5571363" y="517684"/>
                    <a:pt x="5585079" y="511969"/>
                  </a:cubicBezTo>
                  <a:cubicBezTo>
                    <a:pt x="5599843" y="505778"/>
                    <a:pt x="5609368" y="496348"/>
                    <a:pt x="5615368" y="481679"/>
                  </a:cubicBezTo>
                  <a:cubicBezTo>
                    <a:pt x="5619179" y="472440"/>
                    <a:pt x="5624417" y="462629"/>
                    <a:pt x="5631656" y="456152"/>
                  </a:cubicBezTo>
                  <a:cubicBezTo>
                    <a:pt x="5646611" y="442913"/>
                    <a:pt x="5664136" y="432625"/>
                    <a:pt x="5679377" y="419576"/>
                  </a:cubicBezTo>
                  <a:cubicBezTo>
                    <a:pt x="5700808" y="401288"/>
                    <a:pt x="5720620" y="381857"/>
                    <a:pt x="5722525" y="350615"/>
                  </a:cubicBezTo>
                  <a:cubicBezTo>
                    <a:pt x="5723572" y="333375"/>
                    <a:pt x="5732716" y="326041"/>
                    <a:pt x="5749576" y="321945"/>
                  </a:cubicBezTo>
                  <a:cubicBezTo>
                    <a:pt x="5755195" y="320612"/>
                    <a:pt x="5763197" y="318040"/>
                    <a:pt x="5764911" y="313849"/>
                  </a:cubicBezTo>
                  <a:cubicBezTo>
                    <a:pt x="5770054" y="301371"/>
                    <a:pt x="5780722" y="298895"/>
                    <a:pt x="5791009" y="293942"/>
                  </a:cubicBezTo>
                  <a:cubicBezTo>
                    <a:pt x="5797201" y="290989"/>
                    <a:pt x="5804821" y="285179"/>
                    <a:pt x="5806440" y="279178"/>
                  </a:cubicBezTo>
                  <a:cubicBezTo>
                    <a:pt x="5813107" y="254889"/>
                    <a:pt x="5831395" y="240602"/>
                    <a:pt x="5848636" y="224885"/>
                  </a:cubicBezTo>
                  <a:cubicBezTo>
                    <a:pt x="5853684" y="220218"/>
                    <a:pt x="5859113" y="214884"/>
                    <a:pt x="5861590" y="208788"/>
                  </a:cubicBezTo>
                  <a:cubicBezTo>
                    <a:pt x="5866829" y="195643"/>
                    <a:pt x="5874639" y="186118"/>
                    <a:pt x="5888355" y="181166"/>
                  </a:cubicBezTo>
                  <a:cubicBezTo>
                    <a:pt x="5892736" y="179642"/>
                    <a:pt x="5896737" y="176117"/>
                    <a:pt x="5900071" y="172784"/>
                  </a:cubicBezTo>
                  <a:cubicBezTo>
                    <a:pt x="5907215" y="165545"/>
                    <a:pt x="5913215" y="157067"/>
                    <a:pt x="5920740" y="150305"/>
                  </a:cubicBezTo>
                  <a:cubicBezTo>
                    <a:pt x="5939885" y="132874"/>
                    <a:pt x="5958840" y="115729"/>
                    <a:pt x="5969985" y="91345"/>
                  </a:cubicBezTo>
                  <a:cubicBezTo>
                    <a:pt x="5975413" y="79439"/>
                    <a:pt x="5981605" y="66485"/>
                    <a:pt x="5991130" y="58293"/>
                  </a:cubicBezTo>
                  <a:cubicBezTo>
                    <a:pt x="6003227" y="47911"/>
                    <a:pt x="6019133" y="42005"/>
                    <a:pt x="6033325" y="33909"/>
                  </a:cubicBezTo>
                  <a:cubicBezTo>
                    <a:pt x="6040469" y="29813"/>
                    <a:pt x="6047137" y="24860"/>
                    <a:pt x="6054376" y="20955"/>
                  </a:cubicBezTo>
                  <a:cubicBezTo>
                    <a:pt x="6067234" y="14097"/>
                    <a:pt x="6080379" y="7715"/>
                    <a:pt x="6095524" y="0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78572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ACF92B-66C6-2307-1787-6607B5169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441B2D50-A400-D46A-E80D-90DCEC7F4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6490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AI Agents</vt:lpstr>
      <vt:lpstr>What are AI Agents?</vt:lpstr>
      <vt:lpstr>AI Agents</vt:lpstr>
      <vt:lpstr>AI Agents  vs LLMs</vt:lpstr>
      <vt:lpstr>PowerPoint Presentation</vt:lpstr>
      <vt:lpstr>Advantages of AI Agents</vt:lpstr>
      <vt:lpstr>Disadvantages of AI Agents</vt:lpstr>
      <vt:lpstr>Core Components of AI Agents</vt:lpstr>
      <vt:lpstr>Core Components of AI Agents</vt:lpstr>
      <vt:lpstr>Perception (Sensing the Environment)</vt:lpstr>
      <vt:lpstr>Knowledge Base (What the Agent Knows)</vt:lpstr>
      <vt:lpstr>Core Components of AI Agents</vt:lpstr>
      <vt:lpstr>Reasoning/Planning</vt:lpstr>
      <vt:lpstr>Learning (Getting Smarter Over Time)</vt:lpstr>
      <vt:lpstr>Actuation (Doing the Thing) </vt:lpstr>
      <vt:lpstr>Feedback Loop (Learning from Outcomes)</vt:lpstr>
      <vt:lpstr>Putting It All Together</vt:lpstr>
      <vt:lpstr>AI Agents Different from Simple Automation?</vt:lpstr>
      <vt:lpstr>Any question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revision>1</cp:revision>
  <dcterms:created xsi:type="dcterms:W3CDTF">2025-06-15T06:03:00Z</dcterms:created>
  <dcterms:modified xsi:type="dcterms:W3CDTF">2025-12-03T04:29:17Z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AA11DB0AD1304DFFBE74C0517EC9292D_12</vt:lpwstr>
  </property>
  <property fmtid="{D5CDD505-2E9C-101B-9397-08002B2CF9AE}" pid="3" name="KSOProductBuildVer">
    <vt:lpwstr>2057-12.2.0.21936</vt:lpwstr>
  </property>
</Properties>
</file>